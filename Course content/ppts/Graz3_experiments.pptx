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78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A921B0-D186-4730-A3F6-1E3759B1AA62}" v="30" dt="2025-10-07T14:59:59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sch, L.F.M. ten (Louis)" userId="f90aafc9-cae9-4cd6-a4c5-ca4a52c34b90" providerId="ADAL" clId="{6BA921B0-D186-4730-A3F6-1E3759B1AA62}"/>
    <pc:docChg chg="undo custSel addSld modSld">
      <pc:chgData name="Bosch, L.F.M. ten (Louis)" userId="f90aafc9-cae9-4cd6-a4c5-ca4a52c34b90" providerId="ADAL" clId="{6BA921B0-D186-4730-A3F6-1E3759B1AA62}" dt="2025-10-07T15:01:34.002" v="2458" actId="1076"/>
      <pc:docMkLst>
        <pc:docMk/>
      </pc:docMkLst>
      <pc:sldChg chg="addSp modSp new mod">
        <pc:chgData name="Bosch, L.F.M. ten (Louis)" userId="f90aafc9-cae9-4cd6-a4c5-ca4a52c34b90" providerId="ADAL" clId="{6BA921B0-D186-4730-A3F6-1E3759B1AA62}" dt="2025-10-07T15:01:34.002" v="2458" actId="1076"/>
        <pc:sldMkLst>
          <pc:docMk/>
          <pc:sldMk cId="617574083" sldId="256"/>
        </pc:sldMkLst>
        <pc:spChg chg="mod">
          <ac:chgData name="Bosch, L.F.M. ten (Louis)" userId="f90aafc9-cae9-4cd6-a4c5-ca4a52c34b90" providerId="ADAL" clId="{6BA921B0-D186-4730-A3F6-1E3759B1AA62}" dt="2025-10-07T15:01:28.430" v="2457" actId="20577"/>
          <ac:spMkLst>
            <pc:docMk/>
            <pc:sldMk cId="617574083" sldId="256"/>
            <ac:spMk id="2" creationId="{C761E1D1-4649-DA7A-6AEF-7EA0D392D8A2}"/>
          </ac:spMkLst>
        </pc:spChg>
        <pc:spChg chg="mod">
          <ac:chgData name="Bosch, L.F.M. ten (Louis)" userId="f90aafc9-cae9-4cd6-a4c5-ca4a52c34b90" providerId="ADAL" clId="{6BA921B0-D186-4730-A3F6-1E3759B1AA62}" dt="2025-10-07T15:01:00.729" v="2419" actId="20577"/>
          <ac:spMkLst>
            <pc:docMk/>
            <pc:sldMk cId="617574083" sldId="256"/>
            <ac:spMk id="3" creationId="{D5CDA48E-04B0-2ADD-6449-6AD2AA4BF4D0}"/>
          </ac:spMkLst>
        </pc:spChg>
        <pc:picChg chg="add mod">
          <ac:chgData name="Bosch, L.F.M. ten (Louis)" userId="f90aafc9-cae9-4cd6-a4c5-ca4a52c34b90" providerId="ADAL" clId="{6BA921B0-D186-4730-A3F6-1E3759B1AA62}" dt="2025-10-07T15:01:34.002" v="2458" actId="1076"/>
          <ac:picMkLst>
            <pc:docMk/>
            <pc:sldMk cId="617574083" sldId="256"/>
            <ac:picMk id="5" creationId="{72182FAC-860A-A224-7372-5D8AB3B51E37}"/>
          </ac:picMkLst>
        </pc:picChg>
      </pc:sldChg>
      <pc:sldChg chg="addSp modSp new mod">
        <pc:chgData name="Bosch, L.F.M. ten (Louis)" userId="f90aafc9-cae9-4cd6-a4c5-ca4a52c34b90" providerId="ADAL" clId="{6BA921B0-D186-4730-A3F6-1E3759B1AA62}" dt="2025-09-23T11:39:23.814" v="454" actId="20577"/>
        <pc:sldMkLst>
          <pc:docMk/>
          <pc:sldMk cId="806532071" sldId="257"/>
        </pc:sldMkLst>
        <pc:spChg chg="mod">
          <ac:chgData name="Bosch, L.F.M. ten (Louis)" userId="f90aafc9-cae9-4cd6-a4c5-ca4a52c34b90" providerId="ADAL" clId="{6BA921B0-D186-4730-A3F6-1E3759B1AA62}" dt="2025-09-23T11:36:25.576" v="371" actId="20577"/>
          <ac:spMkLst>
            <pc:docMk/>
            <pc:sldMk cId="806532071" sldId="257"/>
            <ac:spMk id="2" creationId="{38E93BB9-CE2E-96F5-5E91-981B5F4E7190}"/>
          </ac:spMkLst>
        </pc:spChg>
        <pc:spChg chg="mod">
          <ac:chgData name="Bosch, L.F.M. ten (Louis)" userId="f90aafc9-cae9-4cd6-a4c5-ca4a52c34b90" providerId="ADAL" clId="{6BA921B0-D186-4730-A3F6-1E3759B1AA62}" dt="2025-09-23T11:39:23.814" v="454" actId="20577"/>
          <ac:spMkLst>
            <pc:docMk/>
            <pc:sldMk cId="806532071" sldId="257"/>
            <ac:spMk id="3" creationId="{0C3BCBEA-109F-1CA8-E346-08BF3183862C}"/>
          </ac:spMkLst>
        </pc:spChg>
        <pc:spChg chg="add mod">
          <ac:chgData name="Bosch, L.F.M. ten (Louis)" userId="f90aafc9-cae9-4cd6-a4c5-ca4a52c34b90" providerId="ADAL" clId="{6BA921B0-D186-4730-A3F6-1E3759B1AA62}" dt="2025-09-23T11:37:54.400" v="386" actId="207"/>
          <ac:spMkLst>
            <pc:docMk/>
            <pc:sldMk cId="806532071" sldId="257"/>
            <ac:spMk id="4" creationId="{697749CC-BBA6-3FC1-EFC5-D591DDE0AFB0}"/>
          </ac:spMkLst>
        </pc:spChg>
        <pc:spChg chg="add mod">
          <ac:chgData name="Bosch, L.F.M. ten (Louis)" userId="f90aafc9-cae9-4cd6-a4c5-ca4a52c34b90" providerId="ADAL" clId="{6BA921B0-D186-4730-A3F6-1E3759B1AA62}" dt="2025-09-23T11:38:49.707" v="425" actId="20577"/>
          <ac:spMkLst>
            <pc:docMk/>
            <pc:sldMk cId="806532071" sldId="257"/>
            <ac:spMk id="5" creationId="{C880D531-1C0C-6B4B-8F9D-C46F04F7DCFE}"/>
          </ac:spMkLst>
        </pc:spChg>
        <pc:spChg chg="add mod">
          <ac:chgData name="Bosch, L.F.M. ten (Louis)" userId="f90aafc9-cae9-4cd6-a4c5-ca4a52c34b90" providerId="ADAL" clId="{6BA921B0-D186-4730-A3F6-1E3759B1AA62}" dt="2025-09-23T11:38:36.156" v="423" actId="14100"/>
          <ac:spMkLst>
            <pc:docMk/>
            <pc:sldMk cId="806532071" sldId="257"/>
            <ac:spMk id="6" creationId="{8612F153-3B47-60C3-0BA7-B7254F05233B}"/>
          </ac:spMkLst>
        </pc:spChg>
      </pc:sldChg>
      <pc:sldChg chg="addSp delSp modSp new mod">
        <pc:chgData name="Bosch, L.F.M. ten (Louis)" userId="f90aafc9-cae9-4cd6-a4c5-ca4a52c34b90" providerId="ADAL" clId="{6BA921B0-D186-4730-A3F6-1E3759B1AA62}" dt="2025-10-07T14:57:57.650" v="2364" actId="27636"/>
        <pc:sldMkLst>
          <pc:docMk/>
          <pc:sldMk cId="2813853724" sldId="258"/>
        </pc:sldMkLst>
        <pc:spChg chg="mod">
          <ac:chgData name="Bosch, L.F.M. ten (Louis)" userId="f90aafc9-cae9-4cd6-a4c5-ca4a52c34b90" providerId="ADAL" clId="{6BA921B0-D186-4730-A3F6-1E3759B1AA62}" dt="2025-09-23T11:39:37.383" v="488" actId="20577"/>
          <ac:spMkLst>
            <pc:docMk/>
            <pc:sldMk cId="2813853724" sldId="258"/>
            <ac:spMk id="2" creationId="{E96DD661-D480-B068-3AFF-2C3782032A83}"/>
          </ac:spMkLst>
        </pc:spChg>
        <pc:spChg chg="mod">
          <ac:chgData name="Bosch, L.F.M. ten (Louis)" userId="f90aafc9-cae9-4cd6-a4c5-ca4a52c34b90" providerId="ADAL" clId="{6BA921B0-D186-4730-A3F6-1E3759B1AA62}" dt="2025-10-07T14:57:57.650" v="2364" actId="27636"/>
          <ac:spMkLst>
            <pc:docMk/>
            <pc:sldMk cId="2813853724" sldId="258"/>
            <ac:spMk id="3" creationId="{899C21AA-0974-0994-18CF-1C84D3450E83}"/>
          </ac:spMkLst>
        </pc:spChg>
      </pc:sldChg>
      <pc:sldChg chg="modSp new mod">
        <pc:chgData name="Bosch, L.F.M. ten (Louis)" userId="f90aafc9-cae9-4cd6-a4c5-ca4a52c34b90" providerId="ADAL" clId="{6BA921B0-D186-4730-A3F6-1E3759B1AA62}" dt="2025-10-07T14:57:28.239" v="2350" actId="255"/>
        <pc:sldMkLst>
          <pc:docMk/>
          <pc:sldMk cId="1733899579" sldId="259"/>
        </pc:sldMkLst>
        <pc:spChg chg="mod">
          <ac:chgData name="Bosch, L.F.M. ten (Louis)" userId="f90aafc9-cae9-4cd6-a4c5-ca4a52c34b90" providerId="ADAL" clId="{6BA921B0-D186-4730-A3F6-1E3759B1AA62}" dt="2025-09-23T12:25:36.085" v="1295" actId="20577"/>
          <ac:spMkLst>
            <pc:docMk/>
            <pc:sldMk cId="1733899579" sldId="259"/>
            <ac:spMk id="2" creationId="{B5825C23-B1DB-8236-293D-8D2B02B24EE9}"/>
          </ac:spMkLst>
        </pc:spChg>
        <pc:spChg chg="mod">
          <ac:chgData name="Bosch, L.F.M. ten (Louis)" userId="f90aafc9-cae9-4cd6-a4c5-ca4a52c34b90" providerId="ADAL" clId="{6BA921B0-D186-4730-A3F6-1E3759B1AA62}" dt="2025-10-07T14:57:28.239" v="2350" actId="255"/>
          <ac:spMkLst>
            <pc:docMk/>
            <pc:sldMk cId="1733899579" sldId="259"/>
            <ac:spMk id="3" creationId="{FCCD82A2-7003-88F0-4361-4A17408F567D}"/>
          </ac:spMkLst>
        </pc:spChg>
      </pc:sldChg>
      <pc:sldChg chg="modSp new mod">
        <pc:chgData name="Bosch, L.F.M. ten (Louis)" userId="f90aafc9-cae9-4cd6-a4c5-ca4a52c34b90" providerId="ADAL" clId="{6BA921B0-D186-4730-A3F6-1E3759B1AA62}" dt="2025-10-07T14:57:11.344" v="2349" actId="403"/>
        <pc:sldMkLst>
          <pc:docMk/>
          <pc:sldMk cId="904997176" sldId="260"/>
        </pc:sldMkLst>
        <pc:spChg chg="mod">
          <ac:chgData name="Bosch, L.F.M. ten (Louis)" userId="f90aafc9-cae9-4cd6-a4c5-ca4a52c34b90" providerId="ADAL" clId="{6BA921B0-D186-4730-A3F6-1E3759B1AA62}" dt="2025-09-23T12:25:51.099" v="1324" actId="20577"/>
          <ac:spMkLst>
            <pc:docMk/>
            <pc:sldMk cId="904997176" sldId="260"/>
            <ac:spMk id="2" creationId="{AFD424C9-DE3B-0C4A-3E1F-995B286E44FC}"/>
          </ac:spMkLst>
        </pc:spChg>
        <pc:spChg chg="mod">
          <ac:chgData name="Bosch, L.F.M. ten (Louis)" userId="f90aafc9-cae9-4cd6-a4c5-ca4a52c34b90" providerId="ADAL" clId="{6BA921B0-D186-4730-A3F6-1E3759B1AA62}" dt="2025-10-07T14:57:11.344" v="2349" actId="403"/>
          <ac:spMkLst>
            <pc:docMk/>
            <pc:sldMk cId="904997176" sldId="260"/>
            <ac:spMk id="3" creationId="{B343932F-FA8E-FAE6-DC40-FFC28C7EE155}"/>
          </ac:spMkLst>
        </pc:spChg>
      </pc:sldChg>
      <pc:sldChg chg="addSp modSp new mod setBg">
        <pc:chgData name="Bosch, L.F.M. ten (Louis)" userId="f90aafc9-cae9-4cd6-a4c5-ca4a52c34b90" providerId="ADAL" clId="{6BA921B0-D186-4730-A3F6-1E3759B1AA62}" dt="2025-10-07T14:58:43.785" v="2367" actId="27636"/>
        <pc:sldMkLst>
          <pc:docMk/>
          <pc:sldMk cId="3867071910" sldId="261"/>
        </pc:sldMkLst>
        <pc:spChg chg="mod">
          <ac:chgData name="Bosch, L.F.M. ten (Louis)" userId="f90aafc9-cae9-4cd6-a4c5-ca4a52c34b90" providerId="ADAL" clId="{6BA921B0-D186-4730-A3F6-1E3759B1AA62}" dt="2025-10-07T14:58:31.308" v="2365" actId="26606"/>
          <ac:spMkLst>
            <pc:docMk/>
            <pc:sldMk cId="3867071910" sldId="261"/>
            <ac:spMk id="2" creationId="{843658AA-1C81-D867-BF41-6795EA810765}"/>
          </ac:spMkLst>
        </pc:spChg>
        <pc:spChg chg="mod">
          <ac:chgData name="Bosch, L.F.M. ten (Louis)" userId="f90aafc9-cae9-4cd6-a4c5-ca4a52c34b90" providerId="ADAL" clId="{6BA921B0-D186-4730-A3F6-1E3759B1AA62}" dt="2025-10-07T14:58:43.785" v="2367" actId="27636"/>
          <ac:spMkLst>
            <pc:docMk/>
            <pc:sldMk cId="3867071910" sldId="261"/>
            <ac:spMk id="3" creationId="{0237F732-E551-3A1E-A054-22DDF15D28F0}"/>
          </ac:spMkLst>
        </pc:spChg>
        <pc:spChg chg="add">
          <ac:chgData name="Bosch, L.F.M. ten (Louis)" userId="f90aafc9-cae9-4cd6-a4c5-ca4a52c34b90" providerId="ADAL" clId="{6BA921B0-D186-4730-A3F6-1E3759B1AA62}" dt="2025-10-07T14:58:31.308" v="2365" actId="26606"/>
          <ac:spMkLst>
            <pc:docMk/>
            <pc:sldMk cId="3867071910" sldId="261"/>
            <ac:spMk id="9" creationId="{C0763A76-9F1C-4FC5-82B7-DD475DA461B2}"/>
          </ac:spMkLst>
        </pc:spChg>
        <pc:spChg chg="add">
          <ac:chgData name="Bosch, L.F.M. ten (Louis)" userId="f90aafc9-cae9-4cd6-a4c5-ca4a52c34b90" providerId="ADAL" clId="{6BA921B0-D186-4730-A3F6-1E3759B1AA62}" dt="2025-10-07T14:58:31.308" v="2365" actId="26606"/>
          <ac:spMkLst>
            <pc:docMk/>
            <pc:sldMk cId="3867071910" sldId="261"/>
            <ac:spMk id="11" creationId="{E81BF4F6-F2CF-4984-9D14-D6966D92F99F}"/>
          </ac:spMkLst>
        </pc:spChg>
        <pc:picChg chg="add">
          <ac:chgData name="Bosch, L.F.M. ten (Louis)" userId="f90aafc9-cae9-4cd6-a4c5-ca4a52c34b90" providerId="ADAL" clId="{6BA921B0-D186-4730-A3F6-1E3759B1AA62}" dt="2025-10-07T14:58:31.308" v="2365" actId="26606"/>
          <ac:picMkLst>
            <pc:docMk/>
            <pc:sldMk cId="3867071910" sldId="261"/>
            <ac:picMk id="5" creationId="{B673BE48-1444-7EC8-360F-826710DE9D61}"/>
          </ac:picMkLst>
        </pc:picChg>
      </pc:sldChg>
      <pc:sldChg chg="addSp delSp modSp add mod setBg">
        <pc:chgData name="Bosch, L.F.M. ten (Louis)" userId="f90aafc9-cae9-4cd6-a4c5-ca4a52c34b90" providerId="ADAL" clId="{6BA921B0-D186-4730-A3F6-1E3759B1AA62}" dt="2025-10-07T14:59:59.040" v="2393" actId="20577"/>
        <pc:sldMkLst>
          <pc:docMk/>
          <pc:sldMk cId="938159135" sldId="278"/>
        </pc:sldMkLst>
        <pc:spChg chg="mod">
          <ac:chgData name="Bosch, L.F.M. ten (Louis)" userId="f90aafc9-cae9-4cd6-a4c5-ca4a52c34b90" providerId="ADAL" clId="{6BA921B0-D186-4730-A3F6-1E3759B1AA62}" dt="2025-10-07T14:59:14.929" v="2368" actId="26606"/>
          <ac:spMkLst>
            <pc:docMk/>
            <pc:sldMk cId="938159135" sldId="278"/>
            <ac:spMk id="2" creationId="{6C252689-80FD-1440-CE0C-C2CA25DED223}"/>
          </ac:spMkLst>
        </pc:spChg>
        <pc:spChg chg="del mod">
          <ac:chgData name="Bosch, L.F.M. ten (Louis)" userId="f90aafc9-cae9-4cd6-a4c5-ca4a52c34b90" providerId="ADAL" clId="{6BA921B0-D186-4730-A3F6-1E3759B1AA62}" dt="2025-10-07T14:59:14.929" v="2368" actId="26606"/>
          <ac:spMkLst>
            <pc:docMk/>
            <pc:sldMk cId="938159135" sldId="278"/>
            <ac:spMk id="3" creationId="{5DCB2A58-616F-AE31-B9B1-B9905775728B}"/>
          </ac:spMkLst>
        </pc:spChg>
        <pc:spChg chg="add">
          <ac:chgData name="Bosch, L.F.M. ten (Louis)" userId="f90aafc9-cae9-4cd6-a4c5-ca4a52c34b90" providerId="ADAL" clId="{6BA921B0-D186-4730-A3F6-1E3759B1AA62}" dt="2025-10-07T14:59:14.929" v="2368" actId="26606"/>
          <ac:spMkLst>
            <pc:docMk/>
            <pc:sldMk cId="938159135" sldId="278"/>
            <ac:spMk id="9" creationId="{C05CBC3C-2E5A-4839-8B9B-2E5A6ADF0F58}"/>
          </ac:spMkLst>
        </pc:spChg>
        <pc:spChg chg="add">
          <ac:chgData name="Bosch, L.F.M. ten (Louis)" userId="f90aafc9-cae9-4cd6-a4c5-ca4a52c34b90" providerId="ADAL" clId="{6BA921B0-D186-4730-A3F6-1E3759B1AA62}" dt="2025-10-07T14:59:14.929" v="2368" actId="26606"/>
          <ac:spMkLst>
            <pc:docMk/>
            <pc:sldMk cId="938159135" sldId="278"/>
            <ac:spMk id="11" creationId="{DB5B423A-57CC-4C58-AA26-8E2E862B03A0}"/>
          </ac:spMkLst>
        </pc:spChg>
        <pc:graphicFrameChg chg="add mod modGraphic">
          <ac:chgData name="Bosch, L.F.M. ten (Louis)" userId="f90aafc9-cae9-4cd6-a4c5-ca4a52c34b90" providerId="ADAL" clId="{6BA921B0-D186-4730-A3F6-1E3759B1AA62}" dt="2025-10-07T14:59:59.040" v="2393" actId="20577"/>
          <ac:graphicFrameMkLst>
            <pc:docMk/>
            <pc:sldMk cId="938159135" sldId="278"/>
            <ac:graphicFrameMk id="5" creationId="{2FA5CE3A-5DDF-CB4B-BFC0-034445AAD350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cocalc.com/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cocalc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04561-912E-4D6D-A31C-F3D9E009B63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179F6C8-C33B-4EF1-A734-C7B014F5621B}">
      <dgm:prSet custT="1"/>
      <dgm:spPr/>
      <dgm:t>
        <a:bodyPr/>
        <a:lstStyle/>
        <a:p>
          <a:r>
            <a:rPr lang="en-GB" sz="3200" dirty="0"/>
            <a:t>Up to you:</a:t>
          </a:r>
          <a:endParaRPr lang="en-US" sz="3200" dirty="0"/>
        </a:p>
      </dgm:t>
    </dgm:pt>
    <dgm:pt modelId="{16C85C47-FB3D-47A5-9DD2-3EBDAFF80AE4}" type="parTrans" cxnId="{EBB80598-85A1-40AD-935A-73A4EE031FCD}">
      <dgm:prSet/>
      <dgm:spPr/>
      <dgm:t>
        <a:bodyPr/>
        <a:lstStyle/>
        <a:p>
          <a:endParaRPr lang="en-US"/>
        </a:p>
      </dgm:t>
    </dgm:pt>
    <dgm:pt modelId="{EA9DD92B-1206-4D43-9ED2-68BED33506B5}" type="sibTrans" cxnId="{EBB80598-85A1-40AD-935A-73A4EE031FCD}">
      <dgm:prSet/>
      <dgm:spPr/>
      <dgm:t>
        <a:bodyPr/>
        <a:lstStyle/>
        <a:p>
          <a:endParaRPr lang="en-US"/>
        </a:p>
      </dgm:t>
    </dgm:pt>
    <dgm:pt modelId="{66AC491F-4ED2-4F4C-992B-AC9874008FC6}">
      <dgm:prSet/>
      <dgm:spPr/>
      <dgm:t>
        <a:bodyPr/>
        <a:lstStyle/>
        <a:p>
          <a:endParaRPr lang="en-GB" dirty="0"/>
        </a:p>
        <a:p>
          <a:r>
            <a:rPr lang="en-GB" dirty="0"/>
            <a:t>Own laptop</a:t>
          </a:r>
          <a:endParaRPr lang="en-US" dirty="0"/>
        </a:p>
      </dgm:t>
    </dgm:pt>
    <dgm:pt modelId="{D92D6A84-4132-4B7A-A867-5C1069CD641F}" type="parTrans" cxnId="{F04C3E34-E4A9-4C8B-82CB-048AAAC40DEA}">
      <dgm:prSet/>
      <dgm:spPr/>
      <dgm:t>
        <a:bodyPr/>
        <a:lstStyle/>
        <a:p>
          <a:endParaRPr lang="en-US"/>
        </a:p>
      </dgm:t>
    </dgm:pt>
    <dgm:pt modelId="{11B4439D-AAF7-4B86-9383-9FC4F521C5A4}" type="sibTrans" cxnId="{F04C3E34-E4A9-4C8B-82CB-048AAAC40DEA}">
      <dgm:prSet/>
      <dgm:spPr/>
      <dgm:t>
        <a:bodyPr/>
        <a:lstStyle/>
        <a:p>
          <a:endParaRPr lang="en-US"/>
        </a:p>
      </dgm:t>
    </dgm:pt>
    <dgm:pt modelId="{71279C9A-2F35-4CE2-B4E4-91AE1250C79C}">
      <dgm:prSet/>
      <dgm:spPr/>
      <dgm:t>
        <a:bodyPr/>
        <a:lstStyle/>
        <a:p>
          <a:r>
            <a:rPr lang="en-GB" dirty="0"/>
            <a:t>Windows, Linux</a:t>
          </a:r>
          <a:endParaRPr lang="en-US" dirty="0"/>
        </a:p>
      </dgm:t>
    </dgm:pt>
    <dgm:pt modelId="{43189F93-6E10-489C-B010-CF09AF3AF4E1}" type="parTrans" cxnId="{99AE3DB8-1DBF-44E9-B4F5-FF724BECBC59}">
      <dgm:prSet/>
      <dgm:spPr/>
      <dgm:t>
        <a:bodyPr/>
        <a:lstStyle/>
        <a:p>
          <a:endParaRPr lang="en-US"/>
        </a:p>
      </dgm:t>
    </dgm:pt>
    <dgm:pt modelId="{D5F2FE34-CAC4-4A6F-933C-A25B4ABB0B9A}" type="sibTrans" cxnId="{99AE3DB8-1DBF-44E9-B4F5-FF724BECBC59}">
      <dgm:prSet/>
      <dgm:spPr/>
      <dgm:t>
        <a:bodyPr/>
        <a:lstStyle/>
        <a:p>
          <a:endParaRPr lang="en-US"/>
        </a:p>
      </dgm:t>
    </dgm:pt>
    <dgm:pt modelId="{D9F4D730-BCFF-40ED-8EEB-BB3075378A00}">
      <dgm:prSet/>
      <dgm:spPr/>
      <dgm:t>
        <a:bodyPr/>
        <a:lstStyle/>
        <a:p>
          <a:r>
            <a:rPr lang="en-GB"/>
            <a:t>Cluster</a:t>
          </a:r>
          <a:endParaRPr lang="en-US"/>
        </a:p>
      </dgm:t>
    </dgm:pt>
    <dgm:pt modelId="{70E6C84C-06F4-487F-A806-5565DB229C98}" type="parTrans" cxnId="{A54CFE77-C68D-4130-AF2D-53DD55EB132C}">
      <dgm:prSet/>
      <dgm:spPr/>
      <dgm:t>
        <a:bodyPr/>
        <a:lstStyle/>
        <a:p>
          <a:endParaRPr lang="en-US"/>
        </a:p>
      </dgm:t>
    </dgm:pt>
    <dgm:pt modelId="{F812AB49-0139-4781-B860-488D784C9F11}" type="sibTrans" cxnId="{A54CFE77-C68D-4130-AF2D-53DD55EB132C}">
      <dgm:prSet/>
      <dgm:spPr/>
      <dgm:t>
        <a:bodyPr/>
        <a:lstStyle/>
        <a:p>
          <a:endParaRPr lang="en-US"/>
        </a:p>
      </dgm:t>
    </dgm:pt>
    <dgm:pt modelId="{42443708-2567-43D0-B0E8-BB13F9FFA918}">
      <dgm:prSet/>
      <dgm:spPr/>
      <dgm:t>
        <a:bodyPr/>
        <a:lstStyle/>
        <a:p>
          <a:r>
            <a:rPr lang="en-GB"/>
            <a:t>Jupyter</a:t>
          </a:r>
          <a:endParaRPr lang="en-US"/>
        </a:p>
      </dgm:t>
    </dgm:pt>
    <dgm:pt modelId="{B6A1F6C1-81BA-4436-B8DB-A6513719DF71}" type="parTrans" cxnId="{22E7F7E7-5B0D-4A39-BDCD-E5B49DA8D0A9}">
      <dgm:prSet/>
      <dgm:spPr/>
      <dgm:t>
        <a:bodyPr/>
        <a:lstStyle/>
        <a:p>
          <a:endParaRPr lang="en-US"/>
        </a:p>
      </dgm:t>
    </dgm:pt>
    <dgm:pt modelId="{CC727F4E-9189-4797-84CD-C05DBD9B4F1B}" type="sibTrans" cxnId="{22E7F7E7-5B0D-4A39-BDCD-E5B49DA8D0A9}">
      <dgm:prSet/>
      <dgm:spPr/>
      <dgm:t>
        <a:bodyPr/>
        <a:lstStyle/>
        <a:p>
          <a:endParaRPr lang="en-US"/>
        </a:p>
      </dgm:t>
    </dgm:pt>
    <dgm:pt modelId="{91221C56-F34C-4E27-9EAC-8AF5CFB35FFC}">
      <dgm:prSet/>
      <dgm:spPr/>
      <dgm:t>
        <a:bodyPr/>
        <a:lstStyle/>
        <a:p>
          <a:r>
            <a:rPr lang="en-GB"/>
            <a:t>SageMath</a:t>
          </a:r>
          <a:endParaRPr lang="en-US"/>
        </a:p>
      </dgm:t>
    </dgm:pt>
    <dgm:pt modelId="{51A89A76-E3AF-42B6-A786-EDCB3E5B444C}" type="parTrans" cxnId="{07BA53C1-47EC-42C9-9727-040579CEAC4B}">
      <dgm:prSet/>
      <dgm:spPr/>
      <dgm:t>
        <a:bodyPr/>
        <a:lstStyle/>
        <a:p>
          <a:endParaRPr lang="en-US"/>
        </a:p>
      </dgm:t>
    </dgm:pt>
    <dgm:pt modelId="{22FFE59B-224E-437A-9E64-E7FDA6E6D286}" type="sibTrans" cxnId="{07BA53C1-47EC-42C9-9727-040579CEAC4B}">
      <dgm:prSet/>
      <dgm:spPr/>
      <dgm:t>
        <a:bodyPr/>
        <a:lstStyle/>
        <a:p>
          <a:endParaRPr lang="en-US"/>
        </a:p>
      </dgm:t>
    </dgm:pt>
    <dgm:pt modelId="{A1BE813C-FA1C-4B7F-ACE9-E00680BE1D80}">
      <dgm:prSet/>
      <dgm:spPr/>
      <dgm:t>
        <a:bodyPr/>
        <a:lstStyle/>
        <a:p>
          <a:r>
            <a:rPr lang="en-GB"/>
            <a:t>LaTeX</a:t>
          </a:r>
          <a:endParaRPr lang="en-US"/>
        </a:p>
      </dgm:t>
    </dgm:pt>
    <dgm:pt modelId="{43572B05-1E2A-4300-AE9D-31DF2DBFAEEE}" type="parTrans" cxnId="{7A5B9F5C-D94B-4982-88FE-160B95A28A96}">
      <dgm:prSet/>
      <dgm:spPr/>
      <dgm:t>
        <a:bodyPr/>
        <a:lstStyle/>
        <a:p>
          <a:endParaRPr lang="en-US"/>
        </a:p>
      </dgm:t>
    </dgm:pt>
    <dgm:pt modelId="{062F6010-449E-46E8-A1E4-941FD50F5936}" type="sibTrans" cxnId="{7A5B9F5C-D94B-4982-88FE-160B95A28A96}">
      <dgm:prSet/>
      <dgm:spPr/>
      <dgm:t>
        <a:bodyPr/>
        <a:lstStyle/>
        <a:p>
          <a:endParaRPr lang="en-US"/>
        </a:p>
      </dgm:t>
    </dgm:pt>
    <dgm:pt modelId="{6EF0B6C7-9B41-4EFE-80A9-822719AE1939}">
      <dgm:prSet/>
      <dgm:spPr/>
      <dgm:t>
        <a:bodyPr/>
        <a:lstStyle/>
        <a:p>
          <a:r>
            <a:rPr lang="en-GB"/>
            <a:t>Cocalc: </a:t>
          </a:r>
          <a:r>
            <a:rPr lang="en-GB">
              <a:hlinkClick xmlns:r="http://schemas.openxmlformats.org/officeDocument/2006/relationships" r:id="rId1"/>
            </a:rPr>
            <a:t>https://cocalc.com/</a:t>
          </a:r>
          <a:endParaRPr lang="en-US"/>
        </a:p>
      </dgm:t>
    </dgm:pt>
    <dgm:pt modelId="{1AF5DB10-3850-4A8B-ACEC-B8E38047021D}" type="parTrans" cxnId="{A4457E32-2495-4330-9E40-11F339E2220F}">
      <dgm:prSet/>
      <dgm:spPr/>
      <dgm:t>
        <a:bodyPr/>
        <a:lstStyle/>
        <a:p>
          <a:endParaRPr lang="en-US"/>
        </a:p>
      </dgm:t>
    </dgm:pt>
    <dgm:pt modelId="{C076A2D4-B9D1-4A60-8334-203CE6352D43}" type="sibTrans" cxnId="{A4457E32-2495-4330-9E40-11F339E2220F}">
      <dgm:prSet/>
      <dgm:spPr/>
      <dgm:t>
        <a:bodyPr/>
        <a:lstStyle/>
        <a:p>
          <a:endParaRPr lang="en-US"/>
        </a:p>
      </dgm:t>
    </dgm:pt>
    <dgm:pt modelId="{17483430-9B2B-4F57-BD80-1D71B11B9F80}" type="pres">
      <dgm:prSet presAssocID="{CAE04561-912E-4D6D-A31C-F3D9E009B634}" presName="diagram" presStyleCnt="0">
        <dgm:presLayoutVars>
          <dgm:dir/>
          <dgm:resizeHandles val="exact"/>
        </dgm:presLayoutVars>
      </dgm:prSet>
      <dgm:spPr/>
    </dgm:pt>
    <dgm:pt modelId="{0ABB76D8-FD00-418E-B087-B783B792336E}" type="pres">
      <dgm:prSet presAssocID="{6179F6C8-C33B-4EF1-A734-C7B014F5621B}" presName="node" presStyleLbl="node1" presStyleIdx="0" presStyleCnt="7">
        <dgm:presLayoutVars>
          <dgm:bulletEnabled val="1"/>
        </dgm:presLayoutVars>
      </dgm:prSet>
      <dgm:spPr/>
    </dgm:pt>
    <dgm:pt modelId="{FE4C9886-448F-4EB3-8372-F744FCD53507}" type="pres">
      <dgm:prSet presAssocID="{EA9DD92B-1206-4D43-9ED2-68BED33506B5}" presName="sibTrans" presStyleCnt="0"/>
      <dgm:spPr/>
    </dgm:pt>
    <dgm:pt modelId="{EF68FBB9-C471-4EB5-8135-8BB060166B51}" type="pres">
      <dgm:prSet presAssocID="{66AC491F-4ED2-4F4C-992B-AC9874008FC6}" presName="node" presStyleLbl="node1" presStyleIdx="1" presStyleCnt="7" custLinFactNeighborY="-833">
        <dgm:presLayoutVars>
          <dgm:bulletEnabled val="1"/>
        </dgm:presLayoutVars>
      </dgm:prSet>
      <dgm:spPr/>
    </dgm:pt>
    <dgm:pt modelId="{56D182D3-67BD-4640-AAD8-E0C2E06361F7}" type="pres">
      <dgm:prSet presAssocID="{11B4439D-AAF7-4B86-9383-9FC4F521C5A4}" presName="sibTrans" presStyleCnt="0"/>
      <dgm:spPr/>
    </dgm:pt>
    <dgm:pt modelId="{81613BF7-D442-4DBD-8DE3-7D842F5FD856}" type="pres">
      <dgm:prSet presAssocID="{D9F4D730-BCFF-40ED-8EEB-BB3075378A00}" presName="node" presStyleLbl="node1" presStyleIdx="2" presStyleCnt="7">
        <dgm:presLayoutVars>
          <dgm:bulletEnabled val="1"/>
        </dgm:presLayoutVars>
      </dgm:prSet>
      <dgm:spPr/>
    </dgm:pt>
    <dgm:pt modelId="{9C4C7213-9A34-42D7-98A0-482BA468EB3B}" type="pres">
      <dgm:prSet presAssocID="{F812AB49-0139-4781-B860-488D784C9F11}" presName="sibTrans" presStyleCnt="0"/>
      <dgm:spPr/>
    </dgm:pt>
    <dgm:pt modelId="{AD1224DC-B9FD-4B1D-9159-630A280914F5}" type="pres">
      <dgm:prSet presAssocID="{42443708-2567-43D0-B0E8-BB13F9FFA918}" presName="node" presStyleLbl="node1" presStyleIdx="3" presStyleCnt="7">
        <dgm:presLayoutVars>
          <dgm:bulletEnabled val="1"/>
        </dgm:presLayoutVars>
      </dgm:prSet>
      <dgm:spPr/>
    </dgm:pt>
    <dgm:pt modelId="{45299CBF-45C0-40E4-8CD0-498C9B914FD0}" type="pres">
      <dgm:prSet presAssocID="{CC727F4E-9189-4797-84CD-C05DBD9B4F1B}" presName="sibTrans" presStyleCnt="0"/>
      <dgm:spPr/>
    </dgm:pt>
    <dgm:pt modelId="{F55858FB-7283-46CF-90CC-6065529969E5}" type="pres">
      <dgm:prSet presAssocID="{91221C56-F34C-4E27-9EAC-8AF5CFB35FFC}" presName="node" presStyleLbl="node1" presStyleIdx="4" presStyleCnt="7">
        <dgm:presLayoutVars>
          <dgm:bulletEnabled val="1"/>
        </dgm:presLayoutVars>
      </dgm:prSet>
      <dgm:spPr/>
    </dgm:pt>
    <dgm:pt modelId="{3E9F4A56-A8DC-47A5-B2B3-EEE60BEEEC6A}" type="pres">
      <dgm:prSet presAssocID="{22FFE59B-224E-437A-9E64-E7FDA6E6D286}" presName="sibTrans" presStyleCnt="0"/>
      <dgm:spPr/>
    </dgm:pt>
    <dgm:pt modelId="{D5D898D9-7FFC-4142-A4F1-6520952DC64A}" type="pres">
      <dgm:prSet presAssocID="{A1BE813C-FA1C-4B7F-ACE9-E00680BE1D80}" presName="node" presStyleLbl="node1" presStyleIdx="5" presStyleCnt="7">
        <dgm:presLayoutVars>
          <dgm:bulletEnabled val="1"/>
        </dgm:presLayoutVars>
      </dgm:prSet>
      <dgm:spPr/>
    </dgm:pt>
    <dgm:pt modelId="{046971AD-A3BC-4FE7-95C4-ED715A838A97}" type="pres">
      <dgm:prSet presAssocID="{062F6010-449E-46E8-A1E4-941FD50F5936}" presName="sibTrans" presStyleCnt="0"/>
      <dgm:spPr/>
    </dgm:pt>
    <dgm:pt modelId="{1F8C1472-51BD-4BC1-92F2-2CB2AC8CD384}" type="pres">
      <dgm:prSet presAssocID="{6EF0B6C7-9B41-4EFE-80A9-822719AE1939}" presName="node" presStyleLbl="node1" presStyleIdx="6" presStyleCnt="7">
        <dgm:presLayoutVars>
          <dgm:bulletEnabled val="1"/>
        </dgm:presLayoutVars>
      </dgm:prSet>
      <dgm:spPr/>
    </dgm:pt>
  </dgm:ptLst>
  <dgm:cxnLst>
    <dgm:cxn modelId="{AC027E02-1364-4658-B62E-9946DE5C863A}" type="presOf" srcId="{71279C9A-2F35-4CE2-B4E4-91AE1250C79C}" destId="{EF68FBB9-C471-4EB5-8135-8BB060166B51}" srcOrd="0" destOrd="1" presId="urn:microsoft.com/office/officeart/2005/8/layout/default"/>
    <dgm:cxn modelId="{11D66F05-0153-4685-8DCD-D1D8504723BD}" type="presOf" srcId="{D9F4D730-BCFF-40ED-8EEB-BB3075378A00}" destId="{81613BF7-D442-4DBD-8DE3-7D842F5FD856}" srcOrd="0" destOrd="0" presId="urn:microsoft.com/office/officeart/2005/8/layout/default"/>
    <dgm:cxn modelId="{FDC6BC16-786C-437B-ADBA-0AB9659C40EF}" type="presOf" srcId="{6EF0B6C7-9B41-4EFE-80A9-822719AE1939}" destId="{1F8C1472-51BD-4BC1-92F2-2CB2AC8CD384}" srcOrd="0" destOrd="0" presId="urn:microsoft.com/office/officeart/2005/8/layout/default"/>
    <dgm:cxn modelId="{C1827C25-CEAA-467F-9D6E-C0BA8058DE81}" type="presOf" srcId="{66AC491F-4ED2-4F4C-992B-AC9874008FC6}" destId="{EF68FBB9-C471-4EB5-8135-8BB060166B51}" srcOrd="0" destOrd="0" presId="urn:microsoft.com/office/officeart/2005/8/layout/default"/>
    <dgm:cxn modelId="{A4457E32-2495-4330-9E40-11F339E2220F}" srcId="{CAE04561-912E-4D6D-A31C-F3D9E009B634}" destId="{6EF0B6C7-9B41-4EFE-80A9-822719AE1939}" srcOrd="6" destOrd="0" parTransId="{1AF5DB10-3850-4A8B-ACEC-B8E38047021D}" sibTransId="{C076A2D4-B9D1-4A60-8334-203CE6352D43}"/>
    <dgm:cxn modelId="{F04C3E34-E4A9-4C8B-82CB-048AAAC40DEA}" srcId="{CAE04561-912E-4D6D-A31C-F3D9E009B634}" destId="{66AC491F-4ED2-4F4C-992B-AC9874008FC6}" srcOrd="1" destOrd="0" parTransId="{D92D6A84-4132-4B7A-A867-5C1069CD641F}" sibTransId="{11B4439D-AAF7-4B86-9383-9FC4F521C5A4}"/>
    <dgm:cxn modelId="{7A5B9F5C-D94B-4982-88FE-160B95A28A96}" srcId="{CAE04561-912E-4D6D-A31C-F3D9E009B634}" destId="{A1BE813C-FA1C-4B7F-ACE9-E00680BE1D80}" srcOrd="5" destOrd="0" parTransId="{43572B05-1E2A-4300-AE9D-31DF2DBFAEEE}" sibTransId="{062F6010-449E-46E8-A1E4-941FD50F5936}"/>
    <dgm:cxn modelId="{7F869A55-5E98-403E-89A8-7C848E55FC9F}" type="presOf" srcId="{CAE04561-912E-4D6D-A31C-F3D9E009B634}" destId="{17483430-9B2B-4F57-BD80-1D71B11B9F80}" srcOrd="0" destOrd="0" presId="urn:microsoft.com/office/officeart/2005/8/layout/default"/>
    <dgm:cxn modelId="{A54CFE77-C68D-4130-AF2D-53DD55EB132C}" srcId="{CAE04561-912E-4D6D-A31C-F3D9E009B634}" destId="{D9F4D730-BCFF-40ED-8EEB-BB3075378A00}" srcOrd="2" destOrd="0" parTransId="{70E6C84C-06F4-487F-A806-5565DB229C98}" sibTransId="{F812AB49-0139-4781-B860-488D784C9F11}"/>
    <dgm:cxn modelId="{EBB80598-85A1-40AD-935A-73A4EE031FCD}" srcId="{CAE04561-912E-4D6D-A31C-F3D9E009B634}" destId="{6179F6C8-C33B-4EF1-A734-C7B014F5621B}" srcOrd="0" destOrd="0" parTransId="{16C85C47-FB3D-47A5-9DD2-3EBDAFF80AE4}" sibTransId="{EA9DD92B-1206-4D43-9ED2-68BED33506B5}"/>
    <dgm:cxn modelId="{FA2FB69F-6D34-43EB-AC83-B13AAE96D834}" type="presOf" srcId="{A1BE813C-FA1C-4B7F-ACE9-E00680BE1D80}" destId="{D5D898D9-7FFC-4142-A4F1-6520952DC64A}" srcOrd="0" destOrd="0" presId="urn:microsoft.com/office/officeart/2005/8/layout/default"/>
    <dgm:cxn modelId="{FE834EAA-BC7A-41EC-B1B5-96F72FBA557C}" type="presOf" srcId="{91221C56-F34C-4E27-9EAC-8AF5CFB35FFC}" destId="{F55858FB-7283-46CF-90CC-6065529969E5}" srcOrd="0" destOrd="0" presId="urn:microsoft.com/office/officeart/2005/8/layout/default"/>
    <dgm:cxn modelId="{AD1345B7-1613-454C-BF94-B63D8D996B4F}" type="presOf" srcId="{42443708-2567-43D0-B0E8-BB13F9FFA918}" destId="{AD1224DC-B9FD-4B1D-9159-630A280914F5}" srcOrd="0" destOrd="0" presId="urn:microsoft.com/office/officeart/2005/8/layout/default"/>
    <dgm:cxn modelId="{99AE3DB8-1DBF-44E9-B4F5-FF724BECBC59}" srcId="{66AC491F-4ED2-4F4C-992B-AC9874008FC6}" destId="{71279C9A-2F35-4CE2-B4E4-91AE1250C79C}" srcOrd="0" destOrd="0" parTransId="{43189F93-6E10-489C-B010-CF09AF3AF4E1}" sibTransId="{D5F2FE34-CAC4-4A6F-933C-A25B4ABB0B9A}"/>
    <dgm:cxn modelId="{07BA53C1-47EC-42C9-9727-040579CEAC4B}" srcId="{CAE04561-912E-4D6D-A31C-F3D9E009B634}" destId="{91221C56-F34C-4E27-9EAC-8AF5CFB35FFC}" srcOrd="4" destOrd="0" parTransId="{51A89A76-E3AF-42B6-A786-EDCB3E5B444C}" sibTransId="{22FFE59B-224E-437A-9E64-E7FDA6E6D286}"/>
    <dgm:cxn modelId="{E70834D2-74A0-4057-AE38-4829E7F1A38B}" type="presOf" srcId="{6179F6C8-C33B-4EF1-A734-C7B014F5621B}" destId="{0ABB76D8-FD00-418E-B087-B783B792336E}" srcOrd="0" destOrd="0" presId="urn:microsoft.com/office/officeart/2005/8/layout/default"/>
    <dgm:cxn modelId="{22E7F7E7-5B0D-4A39-BDCD-E5B49DA8D0A9}" srcId="{CAE04561-912E-4D6D-A31C-F3D9E009B634}" destId="{42443708-2567-43D0-B0E8-BB13F9FFA918}" srcOrd="3" destOrd="0" parTransId="{B6A1F6C1-81BA-4436-B8DB-A6513719DF71}" sibTransId="{CC727F4E-9189-4797-84CD-C05DBD9B4F1B}"/>
    <dgm:cxn modelId="{154F2939-7EA0-4BEB-8095-2343BE544897}" type="presParOf" srcId="{17483430-9B2B-4F57-BD80-1D71B11B9F80}" destId="{0ABB76D8-FD00-418E-B087-B783B792336E}" srcOrd="0" destOrd="0" presId="urn:microsoft.com/office/officeart/2005/8/layout/default"/>
    <dgm:cxn modelId="{BE83E4D1-A6E9-4E04-9D5B-AAEDC174D9C0}" type="presParOf" srcId="{17483430-9B2B-4F57-BD80-1D71B11B9F80}" destId="{FE4C9886-448F-4EB3-8372-F744FCD53507}" srcOrd="1" destOrd="0" presId="urn:microsoft.com/office/officeart/2005/8/layout/default"/>
    <dgm:cxn modelId="{1CB8FF86-D48D-4205-8BC9-76FF9699C5C5}" type="presParOf" srcId="{17483430-9B2B-4F57-BD80-1D71B11B9F80}" destId="{EF68FBB9-C471-4EB5-8135-8BB060166B51}" srcOrd="2" destOrd="0" presId="urn:microsoft.com/office/officeart/2005/8/layout/default"/>
    <dgm:cxn modelId="{169E239F-FA1A-4023-8B24-D8C849BC2697}" type="presParOf" srcId="{17483430-9B2B-4F57-BD80-1D71B11B9F80}" destId="{56D182D3-67BD-4640-AAD8-E0C2E06361F7}" srcOrd="3" destOrd="0" presId="urn:microsoft.com/office/officeart/2005/8/layout/default"/>
    <dgm:cxn modelId="{6EE9F04D-CA1B-44C0-BC78-9A27397C0203}" type="presParOf" srcId="{17483430-9B2B-4F57-BD80-1D71B11B9F80}" destId="{81613BF7-D442-4DBD-8DE3-7D842F5FD856}" srcOrd="4" destOrd="0" presId="urn:microsoft.com/office/officeart/2005/8/layout/default"/>
    <dgm:cxn modelId="{A64E2E28-30C7-4EC4-851C-BB313ACA2367}" type="presParOf" srcId="{17483430-9B2B-4F57-BD80-1D71B11B9F80}" destId="{9C4C7213-9A34-42D7-98A0-482BA468EB3B}" srcOrd="5" destOrd="0" presId="urn:microsoft.com/office/officeart/2005/8/layout/default"/>
    <dgm:cxn modelId="{367449B8-05C3-456E-B95D-8F38E333C60B}" type="presParOf" srcId="{17483430-9B2B-4F57-BD80-1D71B11B9F80}" destId="{AD1224DC-B9FD-4B1D-9159-630A280914F5}" srcOrd="6" destOrd="0" presId="urn:microsoft.com/office/officeart/2005/8/layout/default"/>
    <dgm:cxn modelId="{0CFD5CF9-F7BD-4D7B-BAC3-5233464DEFB7}" type="presParOf" srcId="{17483430-9B2B-4F57-BD80-1D71B11B9F80}" destId="{45299CBF-45C0-40E4-8CD0-498C9B914FD0}" srcOrd="7" destOrd="0" presId="urn:microsoft.com/office/officeart/2005/8/layout/default"/>
    <dgm:cxn modelId="{48F6573C-A4F7-4679-A36D-6BEBCED6E5DA}" type="presParOf" srcId="{17483430-9B2B-4F57-BD80-1D71B11B9F80}" destId="{F55858FB-7283-46CF-90CC-6065529969E5}" srcOrd="8" destOrd="0" presId="urn:microsoft.com/office/officeart/2005/8/layout/default"/>
    <dgm:cxn modelId="{D29F95AE-ABFF-4FE2-B4A4-E3A318C5EF3E}" type="presParOf" srcId="{17483430-9B2B-4F57-BD80-1D71B11B9F80}" destId="{3E9F4A56-A8DC-47A5-B2B3-EEE60BEEEC6A}" srcOrd="9" destOrd="0" presId="urn:microsoft.com/office/officeart/2005/8/layout/default"/>
    <dgm:cxn modelId="{890379D9-03E3-41D9-87DB-1BBC8A910586}" type="presParOf" srcId="{17483430-9B2B-4F57-BD80-1D71B11B9F80}" destId="{D5D898D9-7FFC-4142-A4F1-6520952DC64A}" srcOrd="10" destOrd="0" presId="urn:microsoft.com/office/officeart/2005/8/layout/default"/>
    <dgm:cxn modelId="{2166FC1A-F127-4470-A52D-3A66C8D159CE}" type="presParOf" srcId="{17483430-9B2B-4F57-BD80-1D71B11B9F80}" destId="{046971AD-A3BC-4FE7-95C4-ED715A838A97}" srcOrd="11" destOrd="0" presId="urn:microsoft.com/office/officeart/2005/8/layout/default"/>
    <dgm:cxn modelId="{71E7349D-32CD-4128-8329-1E5CA1603729}" type="presParOf" srcId="{17483430-9B2B-4F57-BD80-1D71B11B9F80}" destId="{1F8C1472-51BD-4BC1-92F2-2CB2AC8CD38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B76D8-FD00-418E-B087-B783B792336E}">
      <dsp:nvSpPr>
        <dsp:cNvPr id="0" name=""/>
        <dsp:cNvSpPr/>
      </dsp:nvSpPr>
      <dsp:spPr>
        <a:xfrm>
          <a:off x="697874" y="651"/>
          <a:ext cx="2102561" cy="12615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Up to you:</a:t>
          </a:r>
          <a:endParaRPr lang="en-US" sz="3200" kern="1200" dirty="0"/>
        </a:p>
      </dsp:txBody>
      <dsp:txXfrm>
        <a:off x="697874" y="651"/>
        <a:ext cx="2102561" cy="1261536"/>
      </dsp:txXfrm>
    </dsp:sp>
    <dsp:sp modelId="{EF68FBB9-C471-4EB5-8135-8BB060166B51}">
      <dsp:nvSpPr>
        <dsp:cNvPr id="0" name=""/>
        <dsp:cNvSpPr/>
      </dsp:nvSpPr>
      <dsp:spPr>
        <a:xfrm>
          <a:off x="3010692" y="0"/>
          <a:ext cx="2102561" cy="12615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Own laptop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Windows, Linux</a:t>
          </a:r>
          <a:endParaRPr lang="en-US" sz="1400" kern="1200" dirty="0"/>
        </a:p>
      </dsp:txBody>
      <dsp:txXfrm>
        <a:off x="3010692" y="0"/>
        <a:ext cx="2102561" cy="1261536"/>
      </dsp:txXfrm>
    </dsp:sp>
    <dsp:sp modelId="{81613BF7-D442-4DBD-8DE3-7D842F5FD856}">
      <dsp:nvSpPr>
        <dsp:cNvPr id="0" name=""/>
        <dsp:cNvSpPr/>
      </dsp:nvSpPr>
      <dsp:spPr>
        <a:xfrm>
          <a:off x="697874" y="1472444"/>
          <a:ext cx="2102561" cy="12615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Cluster</a:t>
          </a:r>
          <a:endParaRPr lang="en-US" sz="1800" kern="1200"/>
        </a:p>
      </dsp:txBody>
      <dsp:txXfrm>
        <a:off x="697874" y="1472444"/>
        <a:ext cx="2102561" cy="1261536"/>
      </dsp:txXfrm>
    </dsp:sp>
    <dsp:sp modelId="{AD1224DC-B9FD-4B1D-9159-630A280914F5}">
      <dsp:nvSpPr>
        <dsp:cNvPr id="0" name=""/>
        <dsp:cNvSpPr/>
      </dsp:nvSpPr>
      <dsp:spPr>
        <a:xfrm>
          <a:off x="3010692" y="1472444"/>
          <a:ext cx="2102561" cy="126153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Jupyter</a:t>
          </a:r>
          <a:endParaRPr lang="en-US" sz="1800" kern="1200"/>
        </a:p>
      </dsp:txBody>
      <dsp:txXfrm>
        <a:off x="3010692" y="1472444"/>
        <a:ext cx="2102561" cy="1261536"/>
      </dsp:txXfrm>
    </dsp:sp>
    <dsp:sp modelId="{F55858FB-7283-46CF-90CC-6065529969E5}">
      <dsp:nvSpPr>
        <dsp:cNvPr id="0" name=""/>
        <dsp:cNvSpPr/>
      </dsp:nvSpPr>
      <dsp:spPr>
        <a:xfrm>
          <a:off x="697874" y="2944237"/>
          <a:ext cx="2102561" cy="12615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SageMath</a:t>
          </a:r>
          <a:endParaRPr lang="en-US" sz="1800" kern="1200"/>
        </a:p>
      </dsp:txBody>
      <dsp:txXfrm>
        <a:off x="697874" y="2944237"/>
        <a:ext cx="2102561" cy="1261536"/>
      </dsp:txXfrm>
    </dsp:sp>
    <dsp:sp modelId="{D5D898D9-7FFC-4142-A4F1-6520952DC64A}">
      <dsp:nvSpPr>
        <dsp:cNvPr id="0" name=""/>
        <dsp:cNvSpPr/>
      </dsp:nvSpPr>
      <dsp:spPr>
        <a:xfrm>
          <a:off x="3010692" y="2944237"/>
          <a:ext cx="2102561" cy="12615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LaTeX</a:t>
          </a:r>
          <a:endParaRPr lang="en-US" sz="1800" kern="1200"/>
        </a:p>
      </dsp:txBody>
      <dsp:txXfrm>
        <a:off x="3010692" y="2944237"/>
        <a:ext cx="2102561" cy="1261536"/>
      </dsp:txXfrm>
    </dsp:sp>
    <dsp:sp modelId="{1F8C1472-51BD-4BC1-92F2-2CB2AC8CD384}">
      <dsp:nvSpPr>
        <dsp:cNvPr id="0" name=""/>
        <dsp:cNvSpPr/>
      </dsp:nvSpPr>
      <dsp:spPr>
        <a:xfrm>
          <a:off x="1854283" y="4416030"/>
          <a:ext cx="2102561" cy="12615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Cocalc: </a:t>
          </a:r>
          <a:r>
            <a:rPr lang="en-GB" sz="1800" kern="1200">
              <a:hlinkClick xmlns:r="http://schemas.openxmlformats.org/officeDocument/2006/relationships" r:id="rId1"/>
            </a:rPr>
            <a:t>https://cocalc.com/</a:t>
          </a:r>
          <a:endParaRPr lang="en-US" sz="1800" kern="1200"/>
        </a:p>
      </dsp:txBody>
      <dsp:txXfrm>
        <a:off x="1854283" y="4416030"/>
        <a:ext cx="2102561" cy="1261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65C6-3F29-7BC5-649B-B4518EB2B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C14C3-85F6-FA77-F8AA-8E15A061D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E5B75-3692-FA22-2ABE-24AD4896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D34E-9551-D00E-D63B-BFBEF6235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CE9D9-3396-7F61-8AF1-0549C9FD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837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EB45-D087-760E-63BE-3E04C84C8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A496-8BDD-61B7-B3AC-9BCAFDABA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B0150-0793-1739-3AFE-472D5F77C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EFB36-C4E6-CA9A-57BA-946A5BD4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8938D-A340-CD28-7FA1-9D44C79E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451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962EE-727E-0AFF-27DA-A60B4D66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C780F-E205-9030-E1C9-26C4DC359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3F55-8F4E-9F44-EC25-F12093EC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834FE-0634-8344-30A0-2B3F4259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A6D33-A7E4-A913-28BD-E3785AF7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612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9966-0821-278B-6AB0-43B92211E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9571D-A2A5-56EB-2A23-375AA4D6F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30349-1AEF-C753-5825-932BAF3D9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7BFA0-4072-60E1-6B6A-1EC9516DF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485E-C162-686C-B882-3A97AF25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3CF39-220E-A959-DADC-D14646DF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162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7C48-BF9F-1E67-AFE1-1DD573B5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C559E-993C-82E4-37F5-CE7F6F93E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DF9BA-5551-A06C-D34B-7D448F5FD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B5C92-19BB-17A6-1114-3C3073909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BC321-7F14-09F2-2019-7D3B1F733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C3F70-C465-6201-E60C-482907A6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562FC-CE42-3093-514F-B4B92D60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D2D4C-5F32-6D12-0FAC-41C24A65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8650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6B92-2FFA-1D67-F23C-61AC18A8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9FC4D-1BA4-D05B-3538-E3EC5957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2324C-5FD0-1450-2092-64BC42FE4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94EAF-158E-65F8-76DE-5E9AD75C4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036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3B753-9654-4F6F-7691-7F4EF759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22C40-8CA4-9A7B-BB2E-489B66AB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562EC-CDD5-14EF-1385-0D70E82F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570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DC0F-D656-448C-33EA-7D50A59BC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31655-75E1-DA9C-6800-65C788199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C3D72-9C53-9887-E5C9-573C9D527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04515-48E8-9BD1-828C-B832F91F4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2FD87-0492-6198-0BBD-584EA2CE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F371B-D76E-3963-498C-06FD373A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351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B5A8-C0B4-FFE4-09F6-0E232576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B92B5-EAE4-C3CB-FB51-B631FD9EF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7E02B-BA38-1F49-511B-F68C6B73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C454-DCA2-267E-31EE-4724E0E1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BA708-2986-1B84-637F-CB859E8A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ED499-3CD0-44E6-6487-FB13CBAF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943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45C3-0348-02AD-F413-5FD80A16F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DBF32-D98D-CAE3-4B70-28660A926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4BEA2-8AD8-6D67-CD38-986BC699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0F9CF-D7D3-EBBB-62F2-376BBF88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A1341-DA97-FCC7-D6A3-E7FED81C4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3795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FD2E7-B8B1-F402-61F9-4CD0E7401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8D4C4-95F0-E275-CDBE-60BDF1F69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B36BE-F324-9FB5-FA6B-E9220A63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3D3F0-1EBE-12D5-9A57-6DEBE03D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346BE-B128-5D7F-A97E-FAAF2714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8861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8C10B-CACD-DC8C-1C70-207E1EB5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D0E89-A296-C7E3-9E84-F7084983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1D215-101A-F2A9-CB53-03E17705A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CB8C2-35AE-4A41-9D68-880206F9789C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65834-E3BD-E085-8BF4-FAE12574C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41E8B-AC43-B6B5-5217-CF253F1CD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C66F7-87AD-4836-9A5B-46DB1F2A8D2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502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ur01.safelinks.protection.outlook.com/?url=https%3A%2F%2Fcookbook.openai.com%2Fexamples%2Fwhisper_prompting_guide&amp;data=05%7C02%7Clouis.tenbosch%40ru.nl%7Cfa2b574e2e964b51b74008ddec6c37e5%7C084578d9400d4a5aa7c7e76ca47af400%7C1%7C0%7C638926671764225312%7CUnknown%7CTWFpbGZsb3d8eyJFbXB0eU1hcGkiOnRydWUsIlYiOiIwLjAuMDAwMCIsIlAiOiJXaW4zMiIsIkFOIjoiTWFpbCIsIldUIjoyfQ%3D%3D%7C0%7C%7C%7C&amp;sdata=gFCbIAzKRPgpiD16vUc1%2F66WCA4oW2MGcZSzP2PiLK8%3D&amp;reserved=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E1D1-4649-DA7A-6AEF-7EA0D392D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Proposals for experimental projects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DA48E-04B0-2ADD-6449-6AD2AA4BF4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Graz, Nov. and Dec. 2025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82FAC-860A-A224-7372-5D8AB3B51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506" y="4318150"/>
            <a:ext cx="383911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7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3BB9-CE2E-96F5-5E91-981B5F4E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 experiments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BCBEA-109F-1CA8-E346-08BF31838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Course set-up</a:t>
            </a:r>
          </a:p>
          <a:p>
            <a:pPr lvl="1"/>
            <a:r>
              <a:rPr lang="en-GB" dirty="0" err="1"/>
              <a:t>Intro+background</a:t>
            </a:r>
            <a:endParaRPr lang="en-GB" dirty="0"/>
          </a:p>
          <a:p>
            <a:pPr lvl="1"/>
            <a:r>
              <a:rPr lang="en-GB" dirty="0"/>
              <a:t>Experiments (1p or 2p), brief (7min) presentations</a:t>
            </a:r>
          </a:p>
          <a:p>
            <a:pPr lvl="1"/>
            <a:r>
              <a:rPr lang="en-GB" dirty="0"/>
              <a:t>Short report (1p)</a:t>
            </a:r>
          </a:p>
          <a:p>
            <a:pPr lvl="1"/>
            <a:r>
              <a:rPr lang="en-GB" dirty="0"/>
              <a:t>Assessment based on active participation and report</a:t>
            </a:r>
          </a:p>
          <a:p>
            <a:endParaRPr lang="en-GB" dirty="0"/>
          </a:p>
          <a:p>
            <a:r>
              <a:rPr lang="en-GB" dirty="0"/>
              <a:t>ASR is way too broad to be addressed in just a few weeks</a:t>
            </a:r>
          </a:p>
          <a:p>
            <a:pPr lvl="1"/>
            <a:r>
              <a:rPr lang="en-GB" dirty="0"/>
              <a:t>You might choose topic from precooked list</a:t>
            </a:r>
          </a:p>
          <a:p>
            <a:pPr lvl="1"/>
            <a:r>
              <a:rPr lang="en-GB" dirty="0"/>
              <a:t>Keep the research question doable</a:t>
            </a:r>
          </a:p>
          <a:p>
            <a:pPr lvl="1"/>
            <a:r>
              <a:rPr lang="en-GB" dirty="0"/>
              <a:t>Keep it feasible</a:t>
            </a:r>
          </a:p>
          <a:p>
            <a:pPr lvl="1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749CC-BBA6-3FC1-EFC5-D591DDE0AFB0}"/>
              </a:ext>
            </a:extLst>
          </p:cNvPr>
          <p:cNvSpPr/>
          <p:nvPr/>
        </p:nvSpPr>
        <p:spPr>
          <a:xfrm>
            <a:off x="6197600" y="782320"/>
            <a:ext cx="1320800" cy="9083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intro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0D531-1C0C-6B4B-8F9D-C46F04F7DCFE}"/>
              </a:ext>
            </a:extLst>
          </p:cNvPr>
          <p:cNvSpPr/>
          <p:nvPr/>
        </p:nvSpPr>
        <p:spPr>
          <a:xfrm>
            <a:off x="7518400" y="782320"/>
            <a:ext cx="2052320" cy="90836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Experiments+</a:t>
            </a:r>
          </a:p>
          <a:p>
            <a:pPr algn="ctr"/>
            <a:r>
              <a:rPr lang="en-GB" dirty="0"/>
              <a:t>presentations</a:t>
            </a:r>
            <a:endParaRPr lang="en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12F153-3B47-60C3-0BA7-B7254F05233B}"/>
              </a:ext>
            </a:extLst>
          </p:cNvPr>
          <p:cNvSpPr/>
          <p:nvPr/>
        </p:nvSpPr>
        <p:spPr>
          <a:xfrm>
            <a:off x="9570720" y="782320"/>
            <a:ext cx="1483360" cy="9083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report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53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D661-D480-B068-3AFF-2C378203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of experimental options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21AA-0974-0994-18CF-1C84D3450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5100" dirty="0">
                <a:highlight>
                  <a:srgbClr val="FFFF00"/>
                </a:highlight>
              </a:rPr>
              <a:t>Bridging phonetics and ASR/deep learning</a:t>
            </a:r>
          </a:p>
          <a:p>
            <a:pPr lvl="1"/>
            <a:r>
              <a:rPr lang="en-GB" sz="4000" dirty="0"/>
              <a:t>Start by using pretrained wav2vec2.0 via </a:t>
            </a:r>
            <a:r>
              <a:rPr lang="en-GB" sz="4000" dirty="0" err="1"/>
              <a:t>Huggingface</a:t>
            </a:r>
            <a:endParaRPr lang="en-GB" sz="4000" dirty="0"/>
          </a:p>
          <a:p>
            <a:pPr lvl="2"/>
            <a:r>
              <a:rPr lang="en-GB" sz="3500" dirty="0"/>
              <a:t>Present wave file (16 kHz)</a:t>
            </a:r>
          </a:p>
          <a:p>
            <a:pPr lvl="2"/>
            <a:r>
              <a:rPr lang="en-GB" sz="3500" dirty="0"/>
              <a:t>Extract hidden layer </a:t>
            </a:r>
            <a:r>
              <a:rPr lang="en-GB" sz="3500" i="1" dirty="0"/>
              <a:t>k, and </a:t>
            </a:r>
            <a:r>
              <a:rPr lang="en-GB" sz="3500" dirty="0"/>
              <a:t>logit tensor</a:t>
            </a:r>
          </a:p>
          <a:p>
            <a:pPr lvl="2"/>
            <a:r>
              <a:rPr lang="en-GB" sz="3500" dirty="0"/>
              <a:t>Select two vowels (for example) that minimally differ, e.g.</a:t>
            </a:r>
          </a:p>
          <a:p>
            <a:pPr lvl="3"/>
            <a:r>
              <a:rPr lang="en-NL" altLang="en-NL" sz="3300" b="1" dirty="0"/>
              <a:t>Bahn</a:t>
            </a:r>
            <a:r>
              <a:rPr lang="en-NL" altLang="en-NL" sz="3300" dirty="0"/>
              <a:t> [</a:t>
            </a:r>
            <a:r>
              <a:rPr lang="en-NL" altLang="en-NL" sz="3300" dirty="0" err="1"/>
              <a:t>baːn</a:t>
            </a:r>
            <a:r>
              <a:rPr lang="en-NL" altLang="en-NL" sz="3300" dirty="0"/>
              <a:t>] – "track, railway“</a:t>
            </a:r>
            <a:r>
              <a:rPr lang="en-GB" altLang="en-NL" sz="3300" dirty="0"/>
              <a:t> – </a:t>
            </a:r>
            <a:r>
              <a:rPr lang="en-NL" altLang="en-NL" sz="3300" b="1" dirty="0"/>
              <a:t>Bonn</a:t>
            </a:r>
            <a:r>
              <a:rPr lang="en-NL" altLang="en-NL" sz="3300" dirty="0"/>
              <a:t> [</a:t>
            </a:r>
            <a:r>
              <a:rPr lang="en-NL" altLang="en-NL" sz="3300" dirty="0" err="1"/>
              <a:t>bɔn</a:t>
            </a:r>
            <a:r>
              <a:rPr lang="en-NL" altLang="en-NL" sz="3300" dirty="0"/>
              <a:t>] – (city name)</a:t>
            </a:r>
            <a:endParaRPr lang="en-GB" altLang="en-NL" sz="3300" dirty="0"/>
          </a:p>
          <a:p>
            <a:pPr lvl="3"/>
            <a:r>
              <a:rPr lang="en-NL" altLang="en-NL" sz="3300" b="1" dirty="0"/>
              <a:t>Beet</a:t>
            </a:r>
            <a:r>
              <a:rPr lang="en-NL" altLang="en-NL" sz="3300" dirty="0"/>
              <a:t> [</a:t>
            </a:r>
            <a:r>
              <a:rPr lang="en-NL" altLang="en-NL" sz="3300" dirty="0" err="1"/>
              <a:t>beːt</a:t>
            </a:r>
            <a:r>
              <a:rPr lang="en-NL" altLang="en-NL" sz="3300" dirty="0"/>
              <a:t>] – "garden bed</a:t>
            </a:r>
            <a:r>
              <a:rPr lang="en-GB" altLang="en-NL" sz="3300" dirty="0"/>
              <a:t>” – </a:t>
            </a:r>
            <a:r>
              <a:rPr lang="en-NL" altLang="en-NL" sz="3300" b="1" dirty="0"/>
              <a:t>Bett</a:t>
            </a:r>
            <a:r>
              <a:rPr lang="en-NL" altLang="en-NL" sz="3300" dirty="0"/>
              <a:t> [</a:t>
            </a:r>
            <a:r>
              <a:rPr lang="en-NL" altLang="en-NL" sz="3300" dirty="0" err="1"/>
              <a:t>bɛt</a:t>
            </a:r>
            <a:r>
              <a:rPr lang="en-NL" altLang="en-NL" sz="3300" dirty="0"/>
              <a:t>] – "bed“</a:t>
            </a:r>
            <a:endParaRPr lang="en-GB" altLang="en-NL" sz="3300" dirty="0"/>
          </a:p>
          <a:p>
            <a:pPr lvl="3"/>
            <a:r>
              <a:rPr lang="en-NL" altLang="en-NL" sz="3300" b="1" dirty="0" err="1"/>
              <a:t>fühlen</a:t>
            </a:r>
            <a:r>
              <a:rPr lang="en-NL" altLang="en-NL" sz="3300" dirty="0"/>
              <a:t> [ˈ</a:t>
            </a:r>
            <a:r>
              <a:rPr lang="en-NL" altLang="en-NL" sz="3300" dirty="0" err="1"/>
              <a:t>fyːlən</a:t>
            </a:r>
            <a:r>
              <a:rPr lang="en-NL" altLang="en-NL" sz="3300" dirty="0"/>
              <a:t>] – "to feel“</a:t>
            </a:r>
            <a:r>
              <a:rPr lang="en-GB" altLang="en-NL" sz="3300" dirty="0"/>
              <a:t> – </a:t>
            </a:r>
            <a:r>
              <a:rPr lang="en-NL" altLang="en-NL" sz="3300" b="1" dirty="0" err="1"/>
              <a:t>füllen</a:t>
            </a:r>
            <a:r>
              <a:rPr lang="en-NL" altLang="en-NL" sz="3300" dirty="0"/>
              <a:t> [ˈ</a:t>
            </a:r>
            <a:r>
              <a:rPr lang="en-NL" altLang="en-NL" sz="3300" dirty="0" err="1"/>
              <a:t>fʏlən</a:t>
            </a:r>
            <a:r>
              <a:rPr lang="en-NL" altLang="en-NL" sz="3300" dirty="0"/>
              <a:t>] – "to fill“</a:t>
            </a:r>
            <a:endParaRPr lang="en-GB" altLang="en-NL" sz="3300" dirty="0"/>
          </a:p>
          <a:p>
            <a:pPr lvl="3"/>
            <a:r>
              <a:rPr lang="en-NL" altLang="en-NL" sz="3300" b="1" dirty="0" err="1"/>
              <a:t>Ofen</a:t>
            </a:r>
            <a:r>
              <a:rPr lang="en-NL" altLang="en-NL" sz="3300" dirty="0"/>
              <a:t> [ˈ</a:t>
            </a:r>
            <a:r>
              <a:rPr lang="en-NL" altLang="en-NL" sz="3300" dirty="0" err="1"/>
              <a:t>oːfn</a:t>
            </a:r>
            <a:r>
              <a:rPr lang="en-NL" altLang="en-NL" sz="3300" dirty="0"/>
              <a:t>̩] – "oven“</a:t>
            </a:r>
            <a:r>
              <a:rPr lang="en-GB" altLang="en-NL" sz="3300" dirty="0"/>
              <a:t> – </a:t>
            </a:r>
            <a:r>
              <a:rPr lang="en-NL" altLang="en-NL" sz="3300" b="1" dirty="0" err="1"/>
              <a:t>offen</a:t>
            </a:r>
            <a:r>
              <a:rPr lang="en-NL" altLang="en-NL" sz="3300" dirty="0"/>
              <a:t> [ˈ</a:t>
            </a:r>
            <a:r>
              <a:rPr lang="en-NL" altLang="en-NL" sz="3300" dirty="0" err="1"/>
              <a:t>ɔfn</a:t>
            </a:r>
            <a:r>
              <a:rPr lang="en-NL" altLang="en-NL" sz="3300" dirty="0"/>
              <a:t>̩] – "open"</a:t>
            </a:r>
          </a:p>
          <a:p>
            <a:pPr lvl="1"/>
            <a:r>
              <a:rPr lang="en-GB" sz="4000" dirty="0"/>
              <a:t>Use logit matrix to locate the corresponding time stamps</a:t>
            </a:r>
          </a:p>
          <a:p>
            <a:pPr lvl="1"/>
            <a:r>
              <a:rPr lang="en-GB" sz="4000" dirty="0"/>
              <a:t>Try to measure these differences in vector space (as function of </a:t>
            </a:r>
            <a:r>
              <a:rPr lang="en-GB" sz="4000" i="1" dirty="0"/>
              <a:t>k</a:t>
            </a:r>
            <a:r>
              <a:rPr lang="en-GB" sz="4000" dirty="0"/>
              <a:t>) by LDA or different</a:t>
            </a:r>
          </a:p>
          <a:p>
            <a:pPr lvl="2"/>
            <a:endParaRPr lang="en-GB" dirty="0"/>
          </a:p>
          <a:p>
            <a:pPr lvl="2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1385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5C23-B1DB-8236-293D-8D2B02B24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of experimental options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D82A2-7003-88F0-4361-4A17408F5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200" dirty="0"/>
              <a:t>2. </a:t>
            </a:r>
            <a:r>
              <a:rPr lang="en-GB" sz="3200" dirty="0">
                <a:highlight>
                  <a:srgbClr val="FFFF00"/>
                </a:highlight>
              </a:rPr>
              <a:t>Whisper prompting</a:t>
            </a:r>
          </a:p>
          <a:p>
            <a:pPr lvl="1"/>
            <a:r>
              <a:rPr lang="en-GB" sz="2800" dirty="0"/>
              <a:t>Present a wave file, keep this file fixed and investigate what effect text prompting has on Whisper output</a:t>
            </a:r>
          </a:p>
          <a:p>
            <a:pPr lvl="1"/>
            <a:endParaRPr lang="en-GB" sz="2800" dirty="0"/>
          </a:p>
          <a:p>
            <a:pPr lvl="1"/>
            <a:r>
              <a:rPr lang="en-GB" sz="2800" dirty="0"/>
              <a:t>Follow the recipe in following link</a:t>
            </a:r>
          </a:p>
          <a:p>
            <a:pPr marL="457200" lvl="1" indent="0">
              <a:buNone/>
            </a:pPr>
            <a:r>
              <a:rPr lang="en-NL" sz="2800" u="sng" dirty="0">
                <a:hlinkClick r:id="rId2"/>
              </a:rPr>
              <a:t>https://cookbook.openai.com/examples/whisper_prompting_guide</a:t>
            </a:r>
            <a:endParaRPr lang="en-NL" sz="2800" dirty="0"/>
          </a:p>
          <a:p>
            <a:pPr lvl="1"/>
            <a:r>
              <a:rPr lang="en-GB" sz="2800" dirty="0"/>
              <a:t>H</a:t>
            </a:r>
            <a:r>
              <a:rPr lang="en-NL" sz="2800" dirty="0" err="1"/>
              <a:t>elpful</a:t>
            </a:r>
            <a:r>
              <a:rPr lang="en-NL" sz="2800" dirty="0"/>
              <a:t> to prompt whisper for certain transcription style</a:t>
            </a:r>
            <a:endParaRPr lang="en-GB" sz="2800" dirty="0"/>
          </a:p>
          <a:p>
            <a:pPr lvl="1"/>
            <a:endParaRPr lang="en-GB" sz="2800" dirty="0"/>
          </a:p>
          <a:p>
            <a:pPr lvl="1"/>
            <a:r>
              <a:rPr lang="en-GB" sz="2800" dirty="0"/>
              <a:t>Keep it simple and transparent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73389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24C9-DE3B-0C4A-3E1F-995B286E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of experimental options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3932F-FA8E-FAE6-DC40-FFC28C7E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/>
              <a:t>3. </a:t>
            </a:r>
            <a:r>
              <a:rPr lang="en-GB" sz="3200" dirty="0">
                <a:highlight>
                  <a:srgbClr val="FFFF00"/>
                </a:highlight>
              </a:rPr>
              <a:t>Use of a Large Reasoning Model (LRM)</a:t>
            </a:r>
          </a:p>
          <a:p>
            <a:pPr lvl="1"/>
            <a:r>
              <a:rPr lang="en-GB" sz="2800" dirty="0"/>
              <a:t>Select an LRM (minimum DeepSeek-v1, install </a:t>
            </a:r>
            <a:r>
              <a:rPr lang="en-GB" sz="2800" dirty="0" err="1"/>
              <a:t>ollama</a:t>
            </a:r>
            <a:r>
              <a:rPr lang="en-GB" sz="2800" dirty="0"/>
              <a:t>) </a:t>
            </a:r>
          </a:p>
          <a:p>
            <a:pPr lvl="1"/>
            <a:r>
              <a:rPr lang="en-GB" sz="2800" dirty="0"/>
              <a:t>Select say 10 (simple to hard) questions directly related to this course (speech recognition, AI, transformers)</a:t>
            </a:r>
          </a:p>
          <a:p>
            <a:pPr lvl="1"/>
            <a:r>
              <a:rPr lang="en-GB" sz="2800" dirty="0"/>
              <a:t>Let the LRM provide a reasoning for all questions</a:t>
            </a:r>
          </a:p>
          <a:p>
            <a:pPr lvl="1"/>
            <a:r>
              <a:rPr lang="en-GB" sz="2800" dirty="0"/>
              <a:t>Assess these answers in detail</a:t>
            </a:r>
          </a:p>
          <a:p>
            <a:pPr lvl="2"/>
            <a:r>
              <a:rPr lang="en-GB" sz="2400" dirty="0"/>
              <a:t>Define your assessment method – based on knowledge/literature</a:t>
            </a:r>
          </a:p>
          <a:p>
            <a:pPr lvl="2"/>
            <a:r>
              <a:rPr lang="en-GB" sz="2400" dirty="0"/>
              <a:t>Provide a conclusion about the quality of the LRM chosen</a:t>
            </a:r>
          </a:p>
          <a:p>
            <a:pPr lvl="1"/>
            <a:r>
              <a:rPr lang="en-GB" sz="2800" dirty="0"/>
              <a:t>Defend your choices in model selection, method and data selection</a:t>
            </a:r>
          </a:p>
          <a:p>
            <a:pPr lvl="1"/>
            <a:endParaRPr lang="en-GB" sz="2800" dirty="0"/>
          </a:p>
          <a:p>
            <a:pPr lvl="1"/>
            <a:endParaRPr lang="en-NL" sz="2800" dirty="0"/>
          </a:p>
        </p:txBody>
      </p:sp>
    </p:spTree>
    <p:extLst>
      <p:ext uri="{BB962C8B-B14F-4D97-AF65-F5344CB8AC3E}">
        <p14:creationId xmlns:p14="http://schemas.microsoft.com/office/powerpoint/2010/main" val="90499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6EAF-A279-46E0-4431-929597A7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Reasoning example (depends on # free GB)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BBD84-A6DA-D136-1C58-6BB0536DF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install </a:t>
            </a:r>
            <a:r>
              <a:rPr lang="en-GB" dirty="0" err="1"/>
              <a:t>ollama</a:t>
            </a:r>
            <a:endParaRPr lang="en-GB" dirty="0"/>
          </a:p>
          <a:p>
            <a:r>
              <a:rPr lang="en-GB" dirty="0"/>
              <a:t>Run any of your preferred models, e.g. </a:t>
            </a:r>
            <a:r>
              <a:rPr lang="en-GB" dirty="0" err="1"/>
              <a:t>deepseek</a:t>
            </a:r>
            <a:r>
              <a:rPr lang="en-GB" dirty="0"/>
              <a:t> (many versions)</a:t>
            </a:r>
          </a:p>
          <a:p>
            <a:r>
              <a:rPr lang="en-NL" dirty="0" err="1">
                <a:solidFill>
                  <a:srgbClr val="FF0000"/>
                </a:solidFill>
              </a:rPr>
              <a:t>ollama</a:t>
            </a:r>
            <a:r>
              <a:rPr lang="en-NL" dirty="0">
                <a:solidFill>
                  <a:srgbClr val="FF0000"/>
                </a:solidFill>
              </a:rPr>
              <a:t> run deepseek-coder-v2</a:t>
            </a:r>
          </a:p>
          <a:p>
            <a:pPr marL="0" indent="0">
              <a:buNone/>
            </a:pPr>
            <a:r>
              <a:rPr lang="en-GB" dirty="0"/>
              <a:t>Q: </a:t>
            </a:r>
            <a:r>
              <a:rPr lang="en-NL" dirty="0"/>
              <a:t>Do you see how the towers of Hanoi problem can be solved for all N &gt; 1 by using recursion?</a:t>
            </a:r>
          </a:p>
          <a:p>
            <a:pPr marL="0" indent="0">
              <a:buNone/>
            </a:pPr>
            <a:r>
              <a:rPr lang="en-GB" dirty="0"/>
              <a:t>A: “</a:t>
            </a:r>
            <a:r>
              <a:rPr lang="en-NL" dirty="0"/>
              <a:t>Thinking...</a:t>
            </a:r>
            <a:r>
              <a:rPr lang="en-GB" dirty="0"/>
              <a:t>   </a:t>
            </a:r>
            <a:r>
              <a:rPr lang="en-NL" dirty="0"/>
              <a:t>Alright, so I'm trying to understand how to solve the Tower of Hanoi problem recursively for any number of disks greater than one. From what I remember, the classic Tower of Hanoi has three rods and three disks: two large disks and a small one. The goal is to move all the disks from the starting rod to another rod while following these rules:</a:t>
            </a:r>
            <a:r>
              <a:rPr lang="en-GB" dirty="0"/>
              <a:t>… [etc.]”</a:t>
            </a: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8213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658AA-1C81-D867-BF41-6795EA81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Short report</a:t>
            </a:r>
            <a:endParaRPr lang="en-NL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7F732-E551-3A1E-A054-22DDF15D2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 fontScale="92500"/>
          </a:bodyPr>
          <a:lstStyle/>
          <a:p>
            <a:r>
              <a:rPr lang="en-GB" sz="2600" dirty="0"/>
              <a:t>Report of 3 pages proceedings format (2-column format)</a:t>
            </a:r>
          </a:p>
          <a:p>
            <a:pPr lvl="1"/>
            <a:r>
              <a:rPr lang="en-GB" sz="2600" dirty="0"/>
              <a:t>Approx 2000 words</a:t>
            </a:r>
          </a:p>
          <a:p>
            <a:pPr lvl="1"/>
            <a:r>
              <a:rPr lang="en-GB" sz="2600" dirty="0"/>
              <a:t>Intro + RQ</a:t>
            </a:r>
          </a:p>
          <a:p>
            <a:pPr lvl="1"/>
            <a:r>
              <a:rPr lang="en-GB" sz="2600" dirty="0"/>
              <a:t>Method</a:t>
            </a:r>
          </a:p>
          <a:p>
            <a:pPr lvl="1"/>
            <a:r>
              <a:rPr lang="en-GB" sz="2600" dirty="0"/>
              <a:t>Experimental data  + set-up</a:t>
            </a:r>
          </a:p>
          <a:p>
            <a:pPr lvl="1"/>
            <a:r>
              <a:rPr lang="en-GB" sz="2600" dirty="0"/>
              <a:t>Results</a:t>
            </a:r>
          </a:p>
          <a:p>
            <a:pPr lvl="1"/>
            <a:r>
              <a:rPr lang="en-GB" sz="2600" dirty="0"/>
              <a:t>References</a:t>
            </a:r>
          </a:p>
          <a:p>
            <a:pPr lvl="1"/>
            <a:endParaRPr lang="en-GB" sz="2000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B673BE48-1444-7EC8-360F-826710DE9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7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2689-80FD-1440-CE0C-C2CA25DED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GB" sz="3800">
                <a:solidFill>
                  <a:srgbClr val="FFFFFF"/>
                </a:solidFill>
              </a:rPr>
              <a:t>Computational platforms</a:t>
            </a:r>
            <a:endParaRPr lang="en-NL" sz="38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A5CE3A-5DDF-CB4B-BFC0-034445AAD3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9767072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8159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4578d9-400d-4a5a-a7c7-e76ca47af400}" enabled="0" method="" siteId="{084578d9-400d-4a5a-a7c7-e76ca47af40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Proposals for experimental projects</vt:lpstr>
      <vt:lpstr>Intro experiments</vt:lpstr>
      <vt:lpstr>List of experimental options</vt:lpstr>
      <vt:lpstr>List of experimental options</vt:lpstr>
      <vt:lpstr>List of experimental options</vt:lpstr>
      <vt:lpstr>Reasoning example (depends on # free GB)</vt:lpstr>
      <vt:lpstr>Short report</vt:lpstr>
      <vt:lpstr>Computational platforms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Bosch, L.F.M. ten (Louis)</dc:creator>
  <cp:lastModifiedBy>Bosch, L.F.M. ten (Louis)</cp:lastModifiedBy>
  <cp:revision>5</cp:revision>
  <dcterms:created xsi:type="dcterms:W3CDTF">2025-09-23T11:29:42Z</dcterms:created>
  <dcterms:modified xsi:type="dcterms:W3CDTF">2025-10-16T09:07:47Z</dcterms:modified>
</cp:coreProperties>
</file>