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61" r:id="rId1"/>
  </p:sldMasterIdLst>
  <p:notesMasterIdLst>
    <p:notesMasterId r:id="rId17"/>
  </p:notesMasterIdLst>
  <p:handoutMasterIdLst>
    <p:handoutMasterId r:id="rId18"/>
  </p:handoutMasterIdLst>
  <p:sldIdLst>
    <p:sldId id="256" r:id="rId2"/>
    <p:sldId id="798" r:id="rId3"/>
    <p:sldId id="909" r:id="rId4"/>
    <p:sldId id="757" r:id="rId5"/>
    <p:sldId id="852" r:id="rId6"/>
    <p:sldId id="756" r:id="rId7"/>
    <p:sldId id="260" r:id="rId8"/>
    <p:sldId id="799" r:id="rId9"/>
    <p:sldId id="751" r:id="rId10"/>
    <p:sldId id="911" r:id="rId11"/>
    <p:sldId id="752" r:id="rId12"/>
    <p:sldId id="279" r:id="rId13"/>
    <p:sldId id="754" r:id="rId14"/>
    <p:sldId id="262" r:id="rId15"/>
    <p:sldId id="910" r:id="rId16"/>
  </p:sldIdLst>
  <p:sldSz cx="9144000" cy="6858000" type="screen4x3"/>
  <p:notesSz cx="7099300" cy="10234613"/>
  <p:defaultTextStyle>
    <a:defPPr>
      <a:defRPr lang="en-GB"/>
    </a:defPPr>
    <a:lvl1pPr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03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6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BDA1"/>
    <a:srgbClr val="BBE0E3"/>
    <a:srgbClr val="F8F8F8"/>
    <a:srgbClr val="FC593E"/>
    <a:srgbClr val="FEB4A0"/>
    <a:srgbClr val="00B0F0"/>
    <a:srgbClr val="FEA9A0"/>
    <a:srgbClr val="FDB5A1"/>
    <a:srgbClr val="C00000"/>
    <a:srgbClr val="FEA7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A44915-10B2-4155-8BF5-B377F0EBA219}" v="7" dt="2025-10-07T14:33:40.8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309" autoAdjust="0"/>
    <p:restoredTop sz="81340" autoAdjust="0"/>
  </p:normalViewPr>
  <p:slideViewPr>
    <p:cSldViewPr>
      <p:cViewPr varScale="1">
        <p:scale>
          <a:sx n="65" d="100"/>
          <a:sy n="65" d="100"/>
        </p:scale>
        <p:origin x="302" y="43"/>
      </p:cViewPr>
      <p:guideLst>
        <p:guide orient="horz" pos="403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75" d="100"/>
          <a:sy n="75" d="100"/>
        </p:scale>
        <p:origin x="-1416" y="-72"/>
      </p:cViewPr>
      <p:guideLst>
        <p:guide orient="horz" pos="3216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sch, L.F.M. ten (Louis)" userId="f90aafc9-cae9-4cd6-a4c5-ca4a52c34b90" providerId="ADAL" clId="{C2A44915-10B2-4155-8BF5-B377F0EBA219}"/>
    <pc:docChg chg="undo custSel addSld delSld modSld sldOrd">
      <pc:chgData name="Bosch, L.F.M. ten (Louis)" userId="f90aafc9-cae9-4cd6-a4c5-ca4a52c34b90" providerId="ADAL" clId="{C2A44915-10B2-4155-8BF5-B377F0EBA219}" dt="2025-10-07T14:38:00.604" v="863" actId="20577"/>
      <pc:docMkLst>
        <pc:docMk/>
      </pc:docMkLst>
      <pc:sldChg chg="addSp modSp add mod ord">
        <pc:chgData name="Bosch, L.F.M. ten (Louis)" userId="f90aafc9-cae9-4cd6-a4c5-ca4a52c34b90" providerId="ADAL" clId="{C2A44915-10B2-4155-8BF5-B377F0EBA219}" dt="2025-10-07T14:33:53.035" v="773" actId="14100"/>
        <pc:sldMkLst>
          <pc:docMk/>
          <pc:sldMk cId="633952532" sldId="256"/>
        </pc:sldMkLst>
        <pc:spChg chg="mod">
          <ac:chgData name="Bosch, L.F.M. ten (Louis)" userId="f90aafc9-cae9-4cd6-a4c5-ca4a52c34b90" providerId="ADAL" clId="{C2A44915-10B2-4155-8BF5-B377F0EBA219}" dt="2025-10-07T14:33:53.035" v="773" actId="14100"/>
          <ac:spMkLst>
            <pc:docMk/>
            <pc:sldMk cId="633952532" sldId="256"/>
            <ac:spMk id="3" creationId="{61E92F1F-83E8-1B66-B02A-A1FD39C6D068}"/>
          </ac:spMkLst>
        </pc:spChg>
        <pc:picChg chg="add mod">
          <ac:chgData name="Bosch, L.F.M. ten (Louis)" userId="f90aafc9-cae9-4cd6-a4c5-ca4a52c34b90" providerId="ADAL" clId="{C2A44915-10B2-4155-8BF5-B377F0EBA219}" dt="2025-10-07T14:33:40.894" v="772"/>
          <ac:picMkLst>
            <pc:docMk/>
            <pc:sldMk cId="633952532" sldId="256"/>
            <ac:picMk id="4" creationId="{E1497A9F-7190-BD29-FC99-B124A9C11885}"/>
          </ac:picMkLst>
        </pc:picChg>
      </pc:sldChg>
      <pc:sldChg chg="modSp add del mod ord">
        <pc:chgData name="Bosch, L.F.M. ten (Louis)" userId="f90aafc9-cae9-4cd6-a4c5-ca4a52c34b90" providerId="ADAL" clId="{C2A44915-10B2-4155-8BF5-B377F0EBA219}" dt="2025-10-07T14:37:47.691" v="855" actId="47"/>
        <pc:sldMkLst>
          <pc:docMk/>
          <pc:sldMk cId="1394754800" sldId="258"/>
        </pc:sldMkLst>
        <pc:spChg chg="mod">
          <ac:chgData name="Bosch, L.F.M. ten (Louis)" userId="f90aafc9-cae9-4cd6-a4c5-ca4a52c34b90" providerId="ADAL" clId="{C2A44915-10B2-4155-8BF5-B377F0EBA219}" dt="2025-10-07T14:35:17.049" v="824" actId="20577"/>
          <ac:spMkLst>
            <pc:docMk/>
            <pc:sldMk cId="1394754800" sldId="258"/>
            <ac:spMk id="3" creationId="{53838C45-2DA0-7B15-51A3-674172B87861}"/>
          </ac:spMkLst>
        </pc:spChg>
      </pc:sldChg>
      <pc:sldChg chg="modSp add mod">
        <pc:chgData name="Bosch, L.F.M. ten (Louis)" userId="f90aafc9-cae9-4cd6-a4c5-ca4a52c34b90" providerId="ADAL" clId="{C2A44915-10B2-4155-8BF5-B377F0EBA219}" dt="2025-09-22T18:44:21.479" v="744" actId="27636"/>
        <pc:sldMkLst>
          <pc:docMk/>
          <pc:sldMk cId="1184935878" sldId="260"/>
        </pc:sldMkLst>
        <pc:spChg chg="mod">
          <ac:chgData name="Bosch, L.F.M. ten (Louis)" userId="f90aafc9-cae9-4cd6-a4c5-ca4a52c34b90" providerId="ADAL" clId="{C2A44915-10B2-4155-8BF5-B377F0EBA219}" dt="2025-09-22T18:44:21.479" v="744" actId="27636"/>
          <ac:spMkLst>
            <pc:docMk/>
            <pc:sldMk cId="1184935878" sldId="260"/>
            <ac:spMk id="3" creationId="{C8894577-105F-91EC-9271-5A227099A5BB}"/>
          </ac:spMkLst>
        </pc:spChg>
      </pc:sldChg>
      <pc:sldChg chg="del">
        <pc:chgData name="Bosch, L.F.M. ten (Louis)" userId="f90aafc9-cae9-4cd6-a4c5-ca4a52c34b90" providerId="ADAL" clId="{C2A44915-10B2-4155-8BF5-B377F0EBA219}" dt="2025-09-17T09:15:45.941" v="128" actId="47"/>
        <pc:sldMkLst>
          <pc:docMk/>
          <pc:sldMk cId="3754957342" sldId="261"/>
        </pc:sldMkLst>
      </pc:sldChg>
      <pc:sldChg chg="modSp add mod">
        <pc:chgData name="Bosch, L.F.M. ten (Louis)" userId="f90aafc9-cae9-4cd6-a4c5-ca4a52c34b90" providerId="ADAL" clId="{C2A44915-10B2-4155-8BF5-B377F0EBA219}" dt="2025-10-07T14:32:27.923" v="769" actId="14100"/>
        <pc:sldMkLst>
          <pc:docMk/>
          <pc:sldMk cId="107324831" sldId="262"/>
        </pc:sldMkLst>
        <pc:graphicFrameChg chg="mod modGraphic">
          <ac:chgData name="Bosch, L.F.M. ten (Louis)" userId="f90aafc9-cae9-4cd6-a4c5-ca4a52c34b90" providerId="ADAL" clId="{C2A44915-10B2-4155-8BF5-B377F0EBA219}" dt="2025-10-07T14:32:27.923" v="769" actId="14100"/>
          <ac:graphicFrameMkLst>
            <pc:docMk/>
            <pc:sldMk cId="107324831" sldId="262"/>
            <ac:graphicFrameMk id="4" creationId="{46209D07-6125-73EA-824D-6C81D8BBA260}"/>
          </ac:graphicFrameMkLst>
        </pc:graphicFrameChg>
      </pc:sldChg>
      <pc:sldChg chg="modSp add del mod">
        <pc:chgData name="Bosch, L.F.M. ten (Louis)" userId="f90aafc9-cae9-4cd6-a4c5-ca4a52c34b90" providerId="ADAL" clId="{C2A44915-10B2-4155-8BF5-B377F0EBA219}" dt="2025-10-07T14:36:31.224" v="827" actId="47"/>
        <pc:sldMkLst>
          <pc:docMk/>
          <pc:sldMk cId="3496594491" sldId="263"/>
        </pc:sldMkLst>
        <pc:spChg chg="mod">
          <ac:chgData name="Bosch, L.F.M. ten (Louis)" userId="f90aafc9-cae9-4cd6-a4c5-ca4a52c34b90" providerId="ADAL" clId="{C2A44915-10B2-4155-8BF5-B377F0EBA219}" dt="2025-09-22T18:44:21.490" v="745" actId="27636"/>
          <ac:spMkLst>
            <pc:docMk/>
            <pc:sldMk cId="3496594491" sldId="263"/>
            <ac:spMk id="3" creationId="{D55181F6-5078-9B3C-F83C-B030628CA2B2}"/>
          </ac:spMkLst>
        </pc:spChg>
      </pc:sldChg>
      <pc:sldChg chg="add ord">
        <pc:chgData name="Bosch, L.F.M. ten (Louis)" userId="f90aafc9-cae9-4cd6-a4c5-ca4a52c34b90" providerId="ADAL" clId="{C2A44915-10B2-4155-8BF5-B377F0EBA219}" dt="2025-10-07T14:35:41.725" v="826"/>
        <pc:sldMkLst>
          <pc:docMk/>
          <pc:sldMk cId="4087323987" sldId="264"/>
        </pc:sldMkLst>
      </pc:sldChg>
      <pc:sldChg chg="add del">
        <pc:chgData name="Bosch, L.F.M. ten (Louis)" userId="f90aafc9-cae9-4cd6-a4c5-ca4a52c34b90" providerId="ADAL" clId="{C2A44915-10B2-4155-8BF5-B377F0EBA219}" dt="2025-10-07T14:30:13.737" v="749" actId="47"/>
        <pc:sldMkLst>
          <pc:docMk/>
          <pc:sldMk cId="4136902326" sldId="265"/>
        </pc:sldMkLst>
      </pc:sldChg>
      <pc:sldChg chg="add ord">
        <pc:chgData name="Bosch, L.F.M. ten (Louis)" userId="f90aafc9-cae9-4cd6-a4c5-ca4a52c34b90" providerId="ADAL" clId="{C2A44915-10B2-4155-8BF5-B377F0EBA219}" dt="2025-10-07T14:37:04.469" v="831"/>
        <pc:sldMkLst>
          <pc:docMk/>
          <pc:sldMk cId="4158187237" sldId="279"/>
        </pc:sldMkLst>
      </pc:sldChg>
      <pc:sldChg chg="del">
        <pc:chgData name="Bosch, L.F.M. ten (Louis)" userId="f90aafc9-cae9-4cd6-a4c5-ca4a52c34b90" providerId="ADAL" clId="{C2A44915-10B2-4155-8BF5-B377F0EBA219}" dt="2025-09-17T09:15:38.153" v="117" actId="47"/>
        <pc:sldMkLst>
          <pc:docMk/>
          <pc:sldMk cId="1155750429" sldId="297"/>
        </pc:sldMkLst>
      </pc:sldChg>
      <pc:sldChg chg="del">
        <pc:chgData name="Bosch, L.F.M. ten (Louis)" userId="f90aafc9-cae9-4cd6-a4c5-ca4a52c34b90" providerId="ADAL" clId="{C2A44915-10B2-4155-8BF5-B377F0EBA219}" dt="2025-09-17T09:15:39.027" v="119" actId="47"/>
        <pc:sldMkLst>
          <pc:docMk/>
          <pc:sldMk cId="2251904715" sldId="298"/>
        </pc:sldMkLst>
      </pc:sldChg>
      <pc:sldChg chg="del">
        <pc:chgData name="Bosch, L.F.M. ten (Louis)" userId="f90aafc9-cae9-4cd6-a4c5-ca4a52c34b90" providerId="ADAL" clId="{C2A44915-10B2-4155-8BF5-B377F0EBA219}" dt="2025-09-17T09:15:39.286" v="120" actId="47"/>
        <pc:sldMkLst>
          <pc:docMk/>
          <pc:sldMk cId="3139276316" sldId="299"/>
        </pc:sldMkLst>
      </pc:sldChg>
      <pc:sldChg chg="del">
        <pc:chgData name="Bosch, L.F.M. ten (Louis)" userId="f90aafc9-cae9-4cd6-a4c5-ca4a52c34b90" providerId="ADAL" clId="{C2A44915-10B2-4155-8BF5-B377F0EBA219}" dt="2025-09-17T09:15:39.513" v="121" actId="47"/>
        <pc:sldMkLst>
          <pc:docMk/>
          <pc:sldMk cId="2485072923" sldId="300"/>
        </pc:sldMkLst>
      </pc:sldChg>
      <pc:sldChg chg="del">
        <pc:chgData name="Bosch, L.F.M. ten (Louis)" userId="f90aafc9-cae9-4cd6-a4c5-ca4a52c34b90" providerId="ADAL" clId="{C2A44915-10B2-4155-8BF5-B377F0EBA219}" dt="2025-09-17T09:15:40.063" v="122" actId="47"/>
        <pc:sldMkLst>
          <pc:docMk/>
          <pc:sldMk cId="197189185" sldId="301"/>
        </pc:sldMkLst>
      </pc:sldChg>
      <pc:sldChg chg="del">
        <pc:chgData name="Bosch, L.F.M. ten (Louis)" userId="f90aafc9-cae9-4cd6-a4c5-ca4a52c34b90" providerId="ADAL" clId="{C2A44915-10B2-4155-8BF5-B377F0EBA219}" dt="2025-09-17T09:15:40.675" v="123" actId="47"/>
        <pc:sldMkLst>
          <pc:docMk/>
          <pc:sldMk cId="3955730075" sldId="302"/>
        </pc:sldMkLst>
      </pc:sldChg>
      <pc:sldChg chg="del">
        <pc:chgData name="Bosch, L.F.M. ten (Louis)" userId="f90aafc9-cae9-4cd6-a4c5-ca4a52c34b90" providerId="ADAL" clId="{C2A44915-10B2-4155-8BF5-B377F0EBA219}" dt="2025-09-17T09:15:41.125" v="124" actId="47"/>
        <pc:sldMkLst>
          <pc:docMk/>
          <pc:sldMk cId="1223451456" sldId="303"/>
        </pc:sldMkLst>
      </pc:sldChg>
      <pc:sldChg chg="del">
        <pc:chgData name="Bosch, L.F.M. ten (Louis)" userId="f90aafc9-cae9-4cd6-a4c5-ca4a52c34b90" providerId="ADAL" clId="{C2A44915-10B2-4155-8BF5-B377F0EBA219}" dt="2025-09-17T09:15:38.644" v="118" actId="47"/>
        <pc:sldMkLst>
          <pc:docMk/>
          <pc:sldMk cId="1516372703" sldId="305"/>
        </pc:sldMkLst>
      </pc:sldChg>
      <pc:sldChg chg="modSp del mod">
        <pc:chgData name="Bosch, L.F.M. ten (Louis)" userId="f90aafc9-cae9-4cd6-a4c5-ca4a52c34b90" providerId="ADAL" clId="{C2A44915-10B2-4155-8BF5-B377F0EBA219}" dt="2025-10-07T14:33:56.356" v="774" actId="47"/>
        <pc:sldMkLst>
          <pc:docMk/>
          <pc:sldMk cId="0" sldId="328"/>
        </pc:sldMkLst>
      </pc:sldChg>
      <pc:sldChg chg="del">
        <pc:chgData name="Bosch, L.F.M. ten (Louis)" userId="f90aafc9-cae9-4cd6-a4c5-ca4a52c34b90" providerId="ADAL" clId="{C2A44915-10B2-4155-8BF5-B377F0EBA219}" dt="2025-09-17T09:14:38.151" v="42" actId="47"/>
        <pc:sldMkLst>
          <pc:docMk/>
          <pc:sldMk cId="3853652571" sldId="345"/>
        </pc:sldMkLst>
      </pc:sldChg>
      <pc:sldChg chg="del">
        <pc:chgData name="Bosch, L.F.M. ten (Louis)" userId="f90aafc9-cae9-4cd6-a4c5-ca4a52c34b90" providerId="ADAL" clId="{C2A44915-10B2-4155-8BF5-B377F0EBA219}" dt="2025-09-17T09:14:38.807" v="45" actId="47"/>
        <pc:sldMkLst>
          <pc:docMk/>
          <pc:sldMk cId="2115459785" sldId="346"/>
        </pc:sldMkLst>
      </pc:sldChg>
      <pc:sldChg chg="del">
        <pc:chgData name="Bosch, L.F.M. ten (Louis)" userId="f90aafc9-cae9-4cd6-a4c5-ca4a52c34b90" providerId="ADAL" clId="{C2A44915-10B2-4155-8BF5-B377F0EBA219}" dt="2025-09-17T09:14:38.585" v="44" actId="47"/>
        <pc:sldMkLst>
          <pc:docMk/>
          <pc:sldMk cId="3821951719" sldId="347"/>
        </pc:sldMkLst>
      </pc:sldChg>
      <pc:sldChg chg="del">
        <pc:chgData name="Bosch, L.F.M. ten (Louis)" userId="f90aafc9-cae9-4cd6-a4c5-ca4a52c34b90" providerId="ADAL" clId="{C2A44915-10B2-4155-8BF5-B377F0EBA219}" dt="2025-09-17T09:14:40.281" v="50" actId="47"/>
        <pc:sldMkLst>
          <pc:docMk/>
          <pc:sldMk cId="381402926" sldId="348"/>
        </pc:sldMkLst>
      </pc:sldChg>
      <pc:sldChg chg="del">
        <pc:chgData name="Bosch, L.F.M. ten (Louis)" userId="f90aafc9-cae9-4cd6-a4c5-ca4a52c34b90" providerId="ADAL" clId="{C2A44915-10B2-4155-8BF5-B377F0EBA219}" dt="2025-09-17T09:14:40.515" v="51" actId="47"/>
        <pc:sldMkLst>
          <pc:docMk/>
          <pc:sldMk cId="3939038709" sldId="349"/>
        </pc:sldMkLst>
      </pc:sldChg>
      <pc:sldChg chg="del">
        <pc:chgData name="Bosch, L.F.M. ten (Louis)" userId="f90aafc9-cae9-4cd6-a4c5-ca4a52c34b90" providerId="ADAL" clId="{C2A44915-10B2-4155-8BF5-B377F0EBA219}" dt="2025-09-17T09:14:40.743" v="52" actId="47"/>
        <pc:sldMkLst>
          <pc:docMk/>
          <pc:sldMk cId="2670676132" sldId="350"/>
        </pc:sldMkLst>
      </pc:sldChg>
      <pc:sldChg chg="del">
        <pc:chgData name="Bosch, L.F.M. ten (Louis)" userId="f90aafc9-cae9-4cd6-a4c5-ca4a52c34b90" providerId="ADAL" clId="{C2A44915-10B2-4155-8BF5-B377F0EBA219}" dt="2025-09-17T09:14:41.596" v="56" actId="47"/>
        <pc:sldMkLst>
          <pc:docMk/>
          <pc:sldMk cId="3811942769" sldId="352"/>
        </pc:sldMkLst>
      </pc:sldChg>
      <pc:sldChg chg="del">
        <pc:chgData name="Bosch, L.F.M. ten (Louis)" userId="f90aafc9-cae9-4cd6-a4c5-ca4a52c34b90" providerId="ADAL" clId="{C2A44915-10B2-4155-8BF5-B377F0EBA219}" dt="2025-09-17T09:14:41.163" v="54" actId="47"/>
        <pc:sldMkLst>
          <pc:docMk/>
          <pc:sldMk cId="1496270762" sldId="353"/>
        </pc:sldMkLst>
      </pc:sldChg>
      <pc:sldChg chg="del">
        <pc:chgData name="Bosch, L.F.M. ten (Louis)" userId="f90aafc9-cae9-4cd6-a4c5-ca4a52c34b90" providerId="ADAL" clId="{C2A44915-10B2-4155-8BF5-B377F0EBA219}" dt="2025-09-17T09:14:38.377" v="43" actId="47"/>
        <pc:sldMkLst>
          <pc:docMk/>
          <pc:sldMk cId="641023203" sldId="366"/>
        </pc:sldMkLst>
      </pc:sldChg>
      <pc:sldChg chg="del">
        <pc:chgData name="Bosch, L.F.M. ten (Louis)" userId="f90aafc9-cae9-4cd6-a4c5-ca4a52c34b90" providerId="ADAL" clId="{C2A44915-10B2-4155-8BF5-B377F0EBA219}" dt="2025-09-17T09:14:39.395" v="47" actId="47"/>
        <pc:sldMkLst>
          <pc:docMk/>
          <pc:sldMk cId="3968828302" sldId="368"/>
        </pc:sldMkLst>
      </pc:sldChg>
      <pc:sldChg chg="del">
        <pc:chgData name="Bosch, L.F.M. ten (Louis)" userId="f90aafc9-cae9-4cd6-a4c5-ca4a52c34b90" providerId="ADAL" clId="{C2A44915-10B2-4155-8BF5-B377F0EBA219}" dt="2025-09-17T09:14:39.809" v="48" actId="47"/>
        <pc:sldMkLst>
          <pc:docMk/>
          <pc:sldMk cId="18633812" sldId="369"/>
        </pc:sldMkLst>
      </pc:sldChg>
      <pc:sldChg chg="del">
        <pc:chgData name="Bosch, L.F.M. ten (Louis)" userId="f90aafc9-cae9-4cd6-a4c5-ca4a52c34b90" providerId="ADAL" clId="{C2A44915-10B2-4155-8BF5-B377F0EBA219}" dt="2025-09-17T09:14:40.049" v="49" actId="47"/>
        <pc:sldMkLst>
          <pc:docMk/>
          <pc:sldMk cId="1934790245" sldId="370"/>
        </pc:sldMkLst>
      </pc:sldChg>
      <pc:sldChg chg="del">
        <pc:chgData name="Bosch, L.F.M. ten (Louis)" userId="f90aafc9-cae9-4cd6-a4c5-ca4a52c34b90" providerId="ADAL" clId="{C2A44915-10B2-4155-8BF5-B377F0EBA219}" dt="2025-09-17T09:14:41.934" v="58" actId="47"/>
        <pc:sldMkLst>
          <pc:docMk/>
          <pc:sldMk cId="4186331715" sldId="372"/>
        </pc:sldMkLst>
      </pc:sldChg>
      <pc:sldChg chg="del">
        <pc:chgData name="Bosch, L.F.M. ten (Louis)" userId="f90aafc9-cae9-4cd6-a4c5-ca4a52c34b90" providerId="ADAL" clId="{C2A44915-10B2-4155-8BF5-B377F0EBA219}" dt="2025-09-17T09:14:44.893" v="72" actId="47"/>
        <pc:sldMkLst>
          <pc:docMk/>
          <pc:sldMk cId="0" sldId="385"/>
        </pc:sldMkLst>
      </pc:sldChg>
      <pc:sldChg chg="del">
        <pc:chgData name="Bosch, L.F.M. ten (Louis)" userId="f90aafc9-cae9-4cd6-a4c5-ca4a52c34b90" providerId="ADAL" clId="{C2A44915-10B2-4155-8BF5-B377F0EBA219}" dt="2025-09-17T09:16:41.737" v="179" actId="47"/>
        <pc:sldMkLst>
          <pc:docMk/>
          <pc:sldMk cId="86045911" sldId="393"/>
        </pc:sldMkLst>
      </pc:sldChg>
      <pc:sldChg chg="del">
        <pc:chgData name="Bosch, L.F.M. ten (Louis)" userId="f90aafc9-cae9-4cd6-a4c5-ca4a52c34b90" providerId="ADAL" clId="{C2A44915-10B2-4155-8BF5-B377F0EBA219}" dt="2025-09-17T09:16:42.796" v="181" actId="47"/>
        <pc:sldMkLst>
          <pc:docMk/>
          <pc:sldMk cId="3533440913" sldId="453"/>
        </pc:sldMkLst>
      </pc:sldChg>
      <pc:sldChg chg="del">
        <pc:chgData name="Bosch, L.F.M. ten (Louis)" userId="f90aafc9-cae9-4cd6-a4c5-ca4a52c34b90" providerId="ADAL" clId="{C2A44915-10B2-4155-8BF5-B377F0EBA219}" dt="2025-09-17T09:14:44.481" v="70" actId="47"/>
        <pc:sldMkLst>
          <pc:docMk/>
          <pc:sldMk cId="2600862269" sldId="494"/>
        </pc:sldMkLst>
      </pc:sldChg>
      <pc:sldChg chg="del">
        <pc:chgData name="Bosch, L.F.M. ten (Louis)" userId="f90aafc9-cae9-4cd6-a4c5-ca4a52c34b90" providerId="ADAL" clId="{C2A44915-10B2-4155-8BF5-B377F0EBA219}" dt="2025-09-17T09:15:53.828" v="135" actId="47"/>
        <pc:sldMkLst>
          <pc:docMk/>
          <pc:sldMk cId="0" sldId="512"/>
        </pc:sldMkLst>
      </pc:sldChg>
      <pc:sldChg chg="del">
        <pc:chgData name="Bosch, L.F.M. ten (Louis)" userId="f90aafc9-cae9-4cd6-a4c5-ca4a52c34b90" providerId="ADAL" clId="{C2A44915-10B2-4155-8BF5-B377F0EBA219}" dt="2025-09-17T09:15:55.265" v="137" actId="47"/>
        <pc:sldMkLst>
          <pc:docMk/>
          <pc:sldMk cId="0" sldId="516"/>
        </pc:sldMkLst>
      </pc:sldChg>
      <pc:sldChg chg="del">
        <pc:chgData name="Bosch, L.F.M. ten (Louis)" userId="f90aafc9-cae9-4cd6-a4c5-ca4a52c34b90" providerId="ADAL" clId="{C2A44915-10B2-4155-8BF5-B377F0EBA219}" dt="2025-09-17T09:14:44.330" v="69" actId="47"/>
        <pc:sldMkLst>
          <pc:docMk/>
          <pc:sldMk cId="3821152097" sldId="528"/>
        </pc:sldMkLst>
      </pc:sldChg>
      <pc:sldChg chg="del">
        <pc:chgData name="Bosch, L.F.M. ten (Louis)" userId="f90aafc9-cae9-4cd6-a4c5-ca4a52c34b90" providerId="ADAL" clId="{C2A44915-10B2-4155-8BF5-B377F0EBA219}" dt="2025-09-17T09:14:54.590" v="88" actId="47"/>
        <pc:sldMkLst>
          <pc:docMk/>
          <pc:sldMk cId="1646815083" sldId="541"/>
        </pc:sldMkLst>
      </pc:sldChg>
      <pc:sldChg chg="del">
        <pc:chgData name="Bosch, L.F.M. ten (Louis)" userId="f90aafc9-cae9-4cd6-a4c5-ca4a52c34b90" providerId="ADAL" clId="{C2A44915-10B2-4155-8BF5-B377F0EBA219}" dt="2025-09-17T09:14:55.626" v="91" actId="47"/>
        <pc:sldMkLst>
          <pc:docMk/>
          <pc:sldMk cId="627155131" sldId="544"/>
        </pc:sldMkLst>
      </pc:sldChg>
      <pc:sldChg chg="del">
        <pc:chgData name="Bosch, L.F.M. ten (Louis)" userId="f90aafc9-cae9-4cd6-a4c5-ca4a52c34b90" providerId="ADAL" clId="{C2A44915-10B2-4155-8BF5-B377F0EBA219}" dt="2025-09-17T09:14:56.326" v="94" actId="47"/>
        <pc:sldMkLst>
          <pc:docMk/>
          <pc:sldMk cId="4086068912" sldId="545"/>
        </pc:sldMkLst>
      </pc:sldChg>
      <pc:sldChg chg="del">
        <pc:chgData name="Bosch, L.F.M. ten (Louis)" userId="f90aafc9-cae9-4cd6-a4c5-ca4a52c34b90" providerId="ADAL" clId="{C2A44915-10B2-4155-8BF5-B377F0EBA219}" dt="2025-09-17T09:15:47.435" v="129" actId="47"/>
        <pc:sldMkLst>
          <pc:docMk/>
          <pc:sldMk cId="4268937110" sldId="558"/>
        </pc:sldMkLst>
      </pc:sldChg>
      <pc:sldChg chg="del">
        <pc:chgData name="Bosch, L.F.M. ten (Louis)" userId="f90aafc9-cae9-4cd6-a4c5-ca4a52c34b90" providerId="ADAL" clId="{C2A44915-10B2-4155-8BF5-B377F0EBA219}" dt="2025-09-17T09:15:49.416" v="131" actId="47"/>
        <pc:sldMkLst>
          <pc:docMk/>
          <pc:sldMk cId="2895035850" sldId="560"/>
        </pc:sldMkLst>
      </pc:sldChg>
      <pc:sldChg chg="del">
        <pc:chgData name="Bosch, L.F.M. ten (Louis)" userId="f90aafc9-cae9-4cd6-a4c5-ca4a52c34b90" providerId="ADAL" clId="{C2A44915-10B2-4155-8BF5-B377F0EBA219}" dt="2025-09-17T09:14:56.172" v="93" actId="47"/>
        <pc:sldMkLst>
          <pc:docMk/>
          <pc:sldMk cId="1786330343" sldId="567"/>
        </pc:sldMkLst>
      </pc:sldChg>
      <pc:sldChg chg="del">
        <pc:chgData name="Bosch, L.F.M. ten (Louis)" userId="f90aafc9-cae9-4cd6-a4c5-ca4a52c34b90" providerId="ADAL" clId="{C2A44915-10B2-4155-8BF5-B377F0EBA219}" dt="2025-09-17T09:14:41.774" v="57" actId="47"/>
        <pc:sldMkLst>
          <pc:docMk/>
          <pc:sldMk cId="1230567120" sldId="568"/>
        </pc:sldMkLst>
      </pc:sldChg>
      <pc:sldChg chg="del">
        <pc:chgData name="Bosch, L.F.M. ten (Louis)" userId="f90aafc9-cae9-4cd6-a4c5-ca4a52c34b90" providerId="ADAL" clId="{C2A44915-10B2-4155-8BF5-B377F0EBA219}" dt="2025-09-17T09:16:40.723" v="178" actId="47"/>
        <pc:sldMkLst>
          <pc:docMk/>
          <pc:sldMk cId="1397400850" sldId="569"/>
        </pc:sldMkLst>
      </pc:sldChg>
      <pc:sldChg chg="del">
        <pc:chgData name="Bosch, L.F.M. ten (Louis)" userId="f90aafc9-cae9-4cd6-a4c5-ca4a52c34b90" providerId="ADAL" clId="{C2A44915-10B2-4155-8BF5-B377F0EBA219}" dt="2025-09-17T09:16:44.034" v="183" actId="47"/>
        <pc:sldMkLst>
          <pc:docMk/>
          <pc:sldMk cId="2115087977" sldId="576"/>
        </pc:sldMkLst>
      </pc:sldChg>
      <pc:sldChg chg="del">
        <pc:chgData name="Bosch, L.F.M. ten (Louis)" userId="f90aafc9-cae9-4cd6-a4c5-ca4a52c34b90" providerId="ADAL" clId="{C2A44915-10B2-4155-8BF5-B377F0EBA219}" dt="2025-09-17T09:14:46.728" v="76" actId="47"/>
        <pc:sldMkLst>
          <pc:docMk/>
          <pc:sldMk cId="3280836549" sldId="577"/>
        </pc:sldMkLst>
      </pc:sldChg>
      <pc:sldChg chg="del">
        <pc:chgData name="Bosch, L.F.M. ten (Louis)" userId="f90aafc9-cae9-4cd6-a4c5-ca4a52c34b90" providerId="ADAL" clId="{C2A44915-10B2-4155-8BF5-B377F0EBA219}" dt="2025-09-17T09:16:44.673" v="184" actId="47"/>
        <pc:sldMkLst>
          <pc:docMk/>
          <pc:sldMk cId="753734563" sldId="582"/>
        </pc:sldMkLst>
      </pc:sldChg>
      <pc:sldChg chg="del">
        <pc:chgData name="Bosch, L.F.M. ten (Louis)" userId="f90aafc9-cae9-4cd6-a4c5-ca4a52c34b90" providerId="ADAL" clId="{C2A44915-10B2-4155-8BF5-B377F0EBA219}" dt="2025-09-17T09:14:47.274" v="77" actId="47"/>
        <pc:sldMkLst>
          <pc:docMk/>
          <pc:sldMk cId="1029051737" sldId="593"/>
        </pc:sldMkLst>
      </pc:sldChg>
      <pc:sldChg chg="del">
        <pc:chgData name="Bosch, L.F.M. ten (Louis)" userId="f90aafc9-cae9-4cd6-a4c5-ca4a52c34b90" providerId="ADAL" clId="{C2A44915-10B2-4155-8BF5-B377F0EBA219}" dt="2025-09-17T09:16:19.241" v="172" actId="47"/>
        <pc:sldMkLst>
          <pc:docMk/>
          <pc:sldMk cId="2577350216" sldId="605"/>
        </pc:sldMkLst>
      </pc:sldChg>
      <pc:sldChg chg="del">
        <pc:chgData name="Bosch, L.F.M. ten (Louis)" userId="f90aafc9-cae9-4cd6-a4c5-ca4a52c34b90" providerId="ADAL" clId="{C2A44915-10B2-4155-8BF5-B377F0EBA219}" dt="2025-09-17T09:16:45.297" v="185" actId="47"/>
        <pc:sldMkLst>
          <pc:docMk/>
          <pc:sldMk cId="167655759" sldId="624"/>
        </pc:sldMkLst>
      </pc:sldChg>
      <pc:sldChg chg="del">
        <pc:chgData name="Bosch, L.F.M. ten (Louis)" userId="f90aafc9-cae9-4cd6-a4c5-ca4a52c34b90" providerId="ADAL" clId="{C2A44915-10B2-4155-8BF5-B377F0EBA219}" dt="2025-09-17T09:14:31.139" v="22" actId="47"/>
        <pc:sldMkLst>
          <pc:docMk/>
          <pc:sldMk cId="1299019523" sldId="672"/>
        </pc:sldMkLst>
      </pc:sldChg>
      <pc:sldChg chg="del">
        <pc:chgData name="Bosch, L.F.M. ten (Louis)" userId="f90aafc9-cae9-4cd6-a4c5-ca4a52c34b90" providerId="ADAL" clId="{C2A44915-10B2-4155-8BF5-B377F0EBA219}" dt="2025-09-17T09:14:28.841" v="17" actId="47"/>
        <pc:sldMkLst>
          <pc:docMk/>
          <pc:sldMk cId="4017683700" sldId="674"/>
        </pc:sldMkLst>
      </pc:sldChg>
      <pc:sldChg chg="del">
        <pc:chgData name="Bosch, L.F.M. ten (Louis)" userId="f90aafc9-cae9-4cd6-a4c5-ca4a52c34b90" providerId="ADAL" clId="{C2A44915-10B2-4155-8BF5-B377F0EBA219}" dt="2025-09-17T09:15:51.573" v="133" actId="47"/>
        <pc:sldMkLst>
          <pc:docMk/>
          <pc:sldMk cId="597385922" sldId="679"/>
        </pc:sldMkLst>
      </pc:sldChg>
      <pc:sldChg chg="del">
        <pc:chgData name="Bosch, L.F.M. ten (Louis)" userId="f90aafc9-cae9-4cd6-a4c5-ca4a52c34b90" providerId="ADAL" clId="{C2A44915-10B2-4155-8BF5-B377F0EBA219}" dt="2025-09-17T09:15:58.656" v="140" actId="47"/>
        <pc:sldMkLst>
          <pc:docMk/>
          <pc:sldMk cId="1579661044" sldId="683"/>
        </pc:sldMkLst>
      </pc:sldChg>
      <pc:sldChg chg="del">
        <pc:chgData name="Bosch, L.F.M. ten (Louis)" userId="f90aafc9-cae9-4cd6-a4c5-ca4a52c34b90" providerId="ADAL" clId="{C2A44915-10B2-4155-8BF5-B377F0EBA219}" dt="2025-09-17T09:15:56.016" v="138" actId="47"/>
        <pc:sldMkLst>
          <pc:docMk/>
          <pc:sldMk cId="126302520" sldId="684"/>
        </pc:sldMkLst>
      </pc:sldChg>
      <pc:sldChg chg="del">
        <pc:chgData name="Bosch, L.F.M. ten (Louis)" userId="f90aafc9-cae9-4cd6-a4c5-ca4a52c34b90" providerId="ADAL" clId="{C2A44915-10B2-4155-8BF5-B377F0EBA219}" dt="2025-09-17T09:14:55.047" v="90" actId="47"/>
        <pc:sldMkLst>
          <pc:docMk/>
          <pc:sldMk cId="1709350661" sldId="692"/>
        </pc:sldMkLst>
      </pc:sldChg>
      <pc:sldChg chg="del">
        <pc:chgData name="Bosch, L.F.M. ten (Louis)" userId="f90aafc9-cae9-4cd6-a4c5-ca4a52c34b90" providerId="ADAL" clId="{C2A44915-10B2-4155-8BF5-B377F0EBA219}" dt="2025-09-17T09:15:57.353" v="139" actId="47"/>
        <pc:sldMkLst>
          <pc:docMk/>
          <pc:sldMk cId="2011511271" sldId="693"/>
        </pc:sldMkLst>
      </pc:sldChg>
      <pc:sldChg chg="del">
        <pc:chgData name="Bosch, L.F.M. ten (Louis)" userId="f90aafc9-cae9-4cd6-a4c5-ca4a52c34b90" providerId="ADAL" clId="{C2A44915-10B2-4155-8BF5-B377F0EBA219}" dt="2025-09-17T09:16:00.627" v="142" actId="47"/>
        <pc:sldMkLst>
          <pc:docMk/>
          <pc:sldMk cId="225826053" sldId="696"/>
        </pc:sldMkLst>
      </pc:sldChg>
      <pc:sldChg chg="del">
        <pc:chgData name="Bosch, L.F.M. ten (Louis)" userId="f90aafc9-cae9-4cd6-a4c5-ca4a52c34b90" providerId="ADAL" clId="{C2A44915-10B2-4155-8BF5-B377F0EBA219}" dt="2025-09-17T09:16:01.316" v="144" actId="47"/>
        <pc:sldMkLst>
          <pc:docMk/>
          <pc:sldMk cId="2061647589" sldId="697"/>
        </pc:sldMkLst>
      </pc:sldChg>
      <pc:sldChg chg="del">
        <pc:chgData name="Bosch, L.F.M. ten (Louis)" userId="f90aafc9-cae9-4cd6-a4c5-ca4a52c34b90" providerId="ADAL" clId="{C2A44915-10B2-4155-8BF5-B377F0EBA219}" dt="2025-09-17T09:16:01.718" v="145" actId="47"/>
        <pc:sldMkLst>
          <pc:docMk/>
          <pc:sldMk cId="2565860343" sldId="698"/>
        </pc:sldMkLst>
      </pc:sldChg>
      <pc:sldChg chg="del">
        <pc:chgData name="Bosch, L.F.M. ten (Louis)" userId="f90aafc9-cae9-4cd6-a4c5-ca4a52c34b90" providerId="ADAL" clId="{C2A44915-10B2-4155-8BF5-B377F0EBA219}" dt="2025-09-17T09:16:02.795" v="146" actId="47"/>
        <pc:sldMkLst>
          <pc:docMk/>
          <pc:sldMk cId="1205545222" sldId="699"/>
        </pc:sldMkLst>
      </pc:sldChg>
      <pc:sldChg chg="del">
        <pc:chgData name="Bosch, L.F.M. ten (Louis)" userId="f90aafc9-cae9-4cd6-a4c5-ca4a52c34b90" providerId="ADAL" clId="{C2A44915-10B2-4155-8BF5-B377F0EBA219}" dt="2025-09-17T09:16:04.178" v="147" actId="47"/>
        <pc:sldMkLst>
          <pc:docMk/>
          <pc:sldMk cId="2020689152" sldId="701"/>
        </pc:sldMkLst>
      </pc:sldChg>
      <pc:sldChg chg="del">
        <pc:chgData name="Bosch, L.F.M. ten (Louis)" userId="f90aafc9-cae9-4cd6-a4c5-ca4a52c34b90" providerId="ADAL" clId="{C2A44915-10B2-4155-8BF5-B377F0EBA219}" dt="2025-09-17T09:16:04.941" v="148" actId="47"/>
        <pc:sldMkLst>
          <pc:docMk/>
          <pc:sldMk cId="2722336539" sldId="703"/>
        </pc:sldMkLst>
      </pc:sldChg>
      <pc:sldChg chg="del">
        <pc:chgData name="Bosch, L.F.M. ten (Louis)" userId="f90aafc9-cae9-4cd6-a4c5-ca4a52c34b90" providerId="ADAL" clId="{C2A44915-10B2-4155-8BF5-B377F0EBA219}" dt="2025-09-17T09:16:05.254" v="149" actId="47"/>
        <pc:sldMkLst>
          <pc:docMk/>
          <pc:sldMk cId="1198049325" sldId="704"/>
        </pc:sldMkLst>
      </pc:sldChg>
      <pc:sldChg chg="del">
        <pc:chgData name="Bosch, L.F.M. ten (Louis)" userId="f90aafc9-cae9-4cd6-a4c5-ca4a52c34b90" providerId="ADAL" clId="{C2A44915-10B2-4155-8BF5-B377F0EBA219}" dt="2025-09-17T09:16:05.577" v="150" actId="47"/>
        <pc:sldMkLst>
          <pc:docMk/>
          <pc:sldMk cId="745459525" sldId="705"/>
        </pc:sldMkLst>
      </pc:sldChg>
      <pc:sldChg chg="del">
        <pc:chgData name="Bosch, L.F.M. ten (Louis)" userId="f90aafc9-cae9-4cd6-a4c5-ca4a52c34b90" providerId="ADAL" clId="{C2A44915-10B2-4155-8BF5-B377F0EBA219}" dt="2025-09-17T09:16:05.843" v="151" actId="47"/>
        <pc:sldMkLst>
          <pc:docMk/>
          <pc:sldMk cId="483143978" sldId="706"/>
        </pc:sldMkLst>
      </pc:sldChg>
      <pc:sldChg chg="del">
        <pc:chgData name="Bosch, L.F.M. ten (Louis)" userId="f90aafc9-cae9-4cd6-a4c5-ca4a52c34b90" providerId="ADAL" clId="{C2A44915-10B2-4155-8BF5-B377F0EBA219}" dt="2025-09-17T09:16:06.086" v="152" actId="47"/>
        <pc:sldMkLst>
          <pc:docMk/>
          <pc:sldMk cId="98384028" sldId="707"/>
        </pc:sldMkLst>
      </pc:sldChg>
      <pc:sldChg chg="del">
        <pc:chgData name="Bosch, L.F.M. ten (Louis)" userId="f90aafc9-cae9-4cd6-a4c5-ca4a52c34b90" providerId="ADAL" clId="{C2A44915-10B2-4155-8BF5-B377F0EBA219}" dt="2025-09-17T09:16:06.320" v="153" actId="47"/>
        <pc:sldMkLst>
          <pc:docMk/>
          <pc:sldMk cId="3510931666" sldId="708"/>
        </pc:sldMkLst>
      </pc:sldChg>
      <pc:sldChg chg="del">
        <pc:chgData name="Bosch, L.F.M. ten (Louis)" userId="f90aafc9-cae9-4cd6-a4c5-ca4a52c34b90" providerId="ADAL" clId="{C2A44915-10B2-4155-8BF5-B377F0EBA219}" dt="2025-09-17T09:16:12.389" v="159" actId="47"/>
        <pc:sldMkLst>
          <pc:docMk/>
          <pc:sldMk cId="3642966392" sldId="716"/>
        </pc:sldMkLst>
      </pc:sldChg>
      <pc:sldChg chg="del">
        <pc:chgData name="Bosch, L.F.M. ten (Louis)" userId="f90aafc9-cae9-4cd6-a4c5-ca4a52c34b90" providerId="ADAL" clId="{C2A44915-10B2-4155-8BF5-B377F0EBA219}" dt="2025-09-17T09:14:31.741" v="24" actId="47"/>
        <pc:sldMkLst>
          <pc:docMk/>
          <pc:sldMk cId="2269289466" sldId="719"/>
        </pc:sldMkLst>
      </pc:sldChg>
      <pc:sldChg chg="del">
        <pc:chgData name="Bosch, L.F.M. ten (Louis)" userId="f90aafc9-cae9-4cd6-a4c5-ca4a52c34b90" providerId="ADAL" clId="{C2A44915-10B2-4155-8BF5-B377F0EBA219}" dt="2025-09-17T09:16:17.345" v="169" actId="47"/>
        <pc:sldMkLst>
          <pc:docMk/>
          <pc:sldMk cId="2306918247" sldId="721"/>
        </pc:sldMkLst>
      </pc:sldChg>
      <pc:sldChg chg="del">
        <pc:chgData name="Bosch, L.F.M. ten (Louis)" userId="f90aafc9-cae9-4cd6-a4c5-ca4a52c34b90" providerId="ADAL" clId="{C2A44915-10B2-4155-8BF5-B377F0EBA219}" dt="2025-09-17T09:14:44.685" v="71" actId="47"/>
        <pc:sldMkLst>
          <pc:docMk/>
          <pc:sldMk cId="4163052741" sldId="730"/>
        </pc:sldMkLst>
      </pc:sldChg>
      <pc:sldChg chg="del">
        <pc:chgData name="Bosch, L.F.M. ten (Louis)" userId="f90aafc9-cae9-4cd6-a4c5-ca4a52c34b90" providerId="ADAL" clId="{C2A44915-10B2-4155-8BF5-B377F0EBA219}" dt="2025-09-17T09:14:42.881" v="63" actId="47"/>
        <pc:sldMkLst>
          <pc:docMk/>
          <pc:sldMk cId="1820409996" sldId="732"/>
        </pc:sldMkLst>
      </pc:sldChg>
      <pc:sldChg chg="del">
        <pc:chgData name="Bosch, L.F.M. ten (Louis)" userId="f90aafc9-cae9-4cd6-a4c5-ca4a52c34b90" providerId="ADAL" clId="{C2A44915-10B2-4155-8BF5-B377F0EBA219}" dt="2025-09-17T09:14:47.718" v="78" actId="47"/>
        <pc:sldMkLst>
          <pc:docMk/>
          <pc:sldMk cId="2141815340" sldId="734"/>
        </pc:sldMkLst>
      </pc:sldChg>
      <pc:sldChg chg="modSp del mod">
        <pc:chgData name="Bosch, L.F.M. ten (Louis)" userId="f90aafc9-cae9-4cd6-a4c5-ca4a52c34b90" providerId="ADAL" clId="{C2A44915-10B2-4155-8BF5-B377F0EBA219}" dt="2025-10-07T14:34:18.700" v="776" actId="47"/>
        <pc:sldMkLst>
          <pc:docMk/>
          <pc:sldMk cId="4164028483" sldId="749"/>
        </pc:sldMkLst>
      </pc:sldChg>
      <pc:sldChg chg="del">
        <pc:chgData name="Bosch, L.F.M. ten (Louis)" userId="f90aafc9-cae9-4cd6-a4c5-ca4a52c34b90" providerId="ADAL" clId="{C2A44915-10B2-4155-8BF5-B377F0EBA219}" dt="2025-09-17T09:19:19.042" v="361" actId="47"/>
        <pc:sldMkLst>
          <pc:docMk/>
          <pc:sldMk cId="2731050986" sldId="750"/>
        </pc:sldMkLst>
      </pc:sldChg>
      <pc:sldChg chg="modSp mod">
        <pc:chgData name="Bosch, L.F.M. ten (Louis)" userId="f90aafc9-cae9-4cd6-a4c5-ca4a52c34b90" providerId="ADAL" clId="{C2A44915-10B2-4155-8BF5-B377F0EBA219}" dt="2025-09-17T09:27:31.865" v="741" actId="13926"/>
        <pc:sldMkLst>
          <pc:docMk/>
          <pc:sldMk cId="1007773901" sldId="751"/>
        </pc:sldMkLst>
        <pc:spChg chg="mod">
          <ac:chgData name="Bosch, L.F.M. ten (Louis)" userId="f90aafc9-cae9-4cd6-a4c5-ca4a52c34b90" providerId="ADAL" clId="{C2A44915-10B2-4155-8BF5-B377F0EBA219}" dt="2025-09-17T09:27:31.865" v="741" actId="13926"/>
          <ac:spMkLst>
            <pc:docMk/>
            <pc:sldMk cId="1007773901" sldId="751"/>
            <ac:spMk id="2" creationId="{00000000-0000-0000-0000-000000000000}"/>
          </ac:spMkLst>
        </pc:spChg>
        <pc:spChg chg="mod">
          <ac:chgData name="Bosch, L.F.M. ten (Louis)" userId="f90aafc9-cae9-4cd6-a4c5-ca4a52c34b90" providerId="ADAL" clId="{C2A44915-10B2-4155-8BF5-B377F0EBA219}" dt="2025-09-17T09:27:01.256" v="740" actId="20577"/>
          <ac:spMkLst>
            <pc:docMk/>
            <pc:sldMk cId="1007773901" sldId="751"/>
            <ac:spMk id="3" creationId="{00000000-0000-0000-0000-000000000000}"/>
          </ac:spMkLst>
        </pc:spChg>
      </pc:sldChg>
      <pc:sldChg chg="modSp mod">
        <pc:chgData name="Bosch, L.F.M. ten (Louis)" userId="f90aafc9-cae9-4cd6-a4c5-ca4a52c34b90" providerId="ADAL" clId="{C2A44915-10B2-4155-8BF5-B377F0EBA219}" dt="2025-10-07T14:37:27.551" v="854" actId="20577"/>
        <pc:sldMkLst>
          <pc:docMk/>
          <pc:sldMk cId="1328305022" sldId="752"/>
        </pc:sldMkLst>
        <pc:spChg chg="mod">
          <ac:chgData name="Bosch, L.F.M. ten (Louis)" userId="f90aafc9-cae9-4cd6-a4c5-ca4a52c34b90" providerId="ADAL" clId="{C2A44915-10B2-4155-8BF5-B377F0EBA219}" dt="2025-10-07T14:37:27.551" v="854" actId="20577"/>
          <ac:spMkLst>
            <pc:docMk/>
            <pc:sldMk cId="1328305022" sldId="752"/>
            <ac:spMk id="2" creationId="{00000000-0000-0000-0000-000000000000}"/>
          </ac:spMkLst>
        </pc:spChg>
      </pc:sldChg>
      <pc:sldChg chg="del">
        <pc:chgData name="Bosch, L.F.M. ten (Louis)" userId="f90aafc9-cae9-4cd6-a4c5-ca4a52c34b90" providerId="ADAL" clId="{C2A44915-10B2-4155-8BF5-B377F0EBA219}" dt="2025-10-07T14:34:12.082" v="775" actId="47"/>
        <pc:sldMkLst>
          <pc:docMk/>
          <pc:sldMk cId="416126767" sldId="753"/>
        </pc:sldMkLst>
      </pc:sldChg>
      <pc:sldChg chg="modSp mod">
        <pc:chgData name="Bosch, L.F.M. ten (Louis)" userId="f90aafc9-cae9-4cd6-a4c5-ca4a52c34b90" providerId="ADAL" clId="{C2A44915-10B2-4155-8BF5-B377F0EBA219}" dt="2025-10-07T14:38:00.604" v="863" actId="20577"/>
        <pc:sldMkLst>
          <pc:docMk/>
          <pc:sldMk cId="1207380031" sldId="754"/>
        </pc:sldMkLst>
        <pc:spChg chg="mod">
          <ac:chgData name="Bosch, L.F.M. ten (Louis)" userId="f90aafc9-cae9-4cd6-a4c5-ca4a52c34b90" providerId="ADAL" clId="{C2A44915-10B2-4155-8BF5-B377F0EBA219}" dt="2025-10-07T14:38:00.604" v="863" actId="20577"/>
          <ac:spMkLst>
            <pc:docMk/>
            <pc:sldMk cId="1207380031" sldId="754"/>
            <ac:spMk id="3" creationId="{00000000-0000-0000-0000-000000000000}"/>
          </ac:spMkLst>
        </pc:spChg>
      </pc:sldChg>
      <pc:sldChg chg="del">
        <pc:chgData name="Bosch, L.F.M. ten (Louis)" userId="f90aafc9-cae9-4cd6-a4c5-ca4a52c34b90" providerId="ADAL" clId="{C2A44915-10B2-4155-8BF5-B377F0EBA219}" dt="2025-09-17T09:14:33.340" v="30" actId="47"/>
        <pc:sldMkLst>
          <pc:docMk/>
          <pc:sldMk cId="3836374112" sldId="760"/>
        </pc:sldMkLst>
      </pc:sldChg>
      <pc:sldChg chg="del">
        <pc:chgData name="Bosch, L.F.M. ten (Louis)" userId="f90aafc9-cae9-4cd6-a4c5-ca4a52c34b90" providerId="ADAL" clId="{C2A44915-10B2-4155-8BF5-B377F0EBA219}" dt="2025-09-17T09:14:08.612" v="3" actId="47"/>
        <pc:sldMkLst>
          <pc:docMk/>
          <pc:sldMk cId="2655762863" sldId="763"/>
        </pc:sldMkLst>
      </pc:sldChg>
      <pc:sldChg chg="del">
        <pc:chgData name="Bosch, L.F.M. ten (Louis)" userId="f90aafc9-cae9-4cd6-a4c5-ca4a52c34b90" providerId="ADAL" clId="{C2A44915-10B2-4155-8BF5-B377F0EBA219}" dt="2025-09-17T09:14:26.935" v="14" actId="47"/>
        <pc:sldMkLst>
          <pc:docMk/>
          <pc:sldMk cId="3091955974" sldId="765"/>
        </pc:sldMkLst>
      </pc:sldChg>
      <pc:sldChg chg="del">
        <pc:chgData name="Bosch, L.F.M. ten (Louis)" userId="f90aafc9-cae9-4cd6-a4c5-ca4a52c34b90" providerId="ADAL" clId="{C2A44915-10B2-4155-8BF5-B377F0EBA219}" dt="2025-09-17T09:14:40.969" v="53" actId="47"/>
        <pc:sldMkLst>
          <pc:docMk/>
          <pc:sldMk cId="2885021636" sldId="768"/>
        </pc:sldMkLst>
      </pc:sldChg>
      <pc:sldChg chg="del">
        <pc:chgData name="Bosch, L.F.M. ten (Louis)" userId="f90aafc9-cae9-4cd6-a4c5-ca4a52c34b90" providerId="ADAL" clId="{C2A44915-10B2-4155-8BF5-B377F0EBA219}" dt="2025-09-17T09:14:37.050" v="38" actId="47"/>
        <pc:sldMkLst>
          <pc:docMk/>
          <pc:sldMk cId="889883630" sldId="769"/>
        </pc:sldMkLst>
      </pc:sldChg>
      <pc:sldChg chg="del">
        <pc:chgData name="Bosch, L.F.M. ten (Louis)" userId="f90aafc9-cae9-4cd6-a4c5-ca4a52c34b90" providerId="ADAL" clId="{C2A44915-10B2-4155-8BF5-B377F0EBA219}" dt="2025-09-17T09:14:45.067" v="73" actId="47"/>
        <pc:sldMkLst>
          <pc:docMk/>
          <pc:sldMk cId="2992538902" sldId="779"/>
        </pc:sldMkLst>
      </pc:sldChg>
      <pc:sldChg chg="del">
        <pc:chgData name="Bosch, L.F.M. ten (Louis)" userId="f90aafc9-cae9-4cd6-a4c5-ca4a52c34b90" providerId="ADAL" clId="{C2A44915-10B2-4155-8BF5-B377F0EBA219}" dt="2025-09-17T09:14:46.506" v="75" actId="47"/>
        <pc:sldMkLst>
          <pc:docMk/>
          <pc:sldMk cId="3715906945" sldId="788"/>
        </pc:sldMkLst>
      </pc:sldChg>
      <pc:sldChg chg="del">
        <pc:chgData name="Bosch, L.F.M. ten (Louis)" userId="f90aafc9-cae9-4cd6-a4c5-ca4a52c34b90" providerId="ADAL" clId="{C2A44915-10B2-4155-8BF5-B377F0EBA219}" dt="2025-09-17T09:16:12.728" v="160" actId="47"/>
        <pc:sldMkLst>
          <pc:docMk/>
          <pc:sldMk cId="4269712473" sldId="791"/>
        </pc:sldMkLst>
      </pc:sldChg>
      <pc:sldChg chg="del">
        <pc:chgData name="Bosch, L.F.M. ten (Louis)" userId="f90aafc9-cae9-4cd6-a4c5-ca4a52c34b90" providerId="ADAL" clId="{C2A44915-10B2-4155-8BF5-B377F0EBA219}" dt="2025-09-17T09:16:13.087" v="161" actId="47"/>
        <pc:sldMkLst>
          <pc:docMk/>
          <pc:sldMk cId="2981425933" sldId="792"/>
        </pc:sldMkLst>
      </pc:sldChg>
      <pc:sldChg chg="del">
        <pc:chgData name="Bosch, L.F.M. ten (Louis)" userId="f90aafc9-cae9-4cd6-a4c5-ca4a52c34b90" providerId="ADAL" clId="{C2A44915-10B2-4155-8BF5-B377F0EBA219}" dt="2025-09-17T09:16:13.555" v="162" actId="47"/>
        <pc:sldMkLst>
          <pc:docMk/>
          <pc:sldMk cId="4237015760" sldId="793"/>
        </pc:sldMkLst>
      </pc:sldChg>
      <pc:sldChg chg="del">
        <pc:chgData name="Bosch, L.F.M. ten (Louis)" userId="f90aafc9-cae9-4cd6-a4c5-ca4a52c34b90" providerId="ADAL" clId="{C2A44915-10B2-4155-8BF5-B377F0EBA219}" dt="2025-09-17T09:16:13.922" v="163" actId="47"/>
        <pc:sldMkLst>
          <pc:docMk/>
          <pc:sldMk cId="407814329" sldId="794"/>
        </pc:sldMkLst>
      </pc:sldChg>
      <pc:sldChg chg="del">
        <pc:chgData name="Bosch, L.F.M. ten (Louis)" userId="f90aafc9-cae9-4cd6-a4c5-ca4a52c34b90" providerId="ADAL" clId="{C2A44915-10B2-4155-8BF5-B377F0EBA219}" dt="2025-09-17T09:16:14.265" v="164" actId="47"/>
        <pc:sldMkLst>
          <pc:docMk/>
          <pc:sldMk cId="3037526508" sldId="795"/>
        </pc:sldMkLst>
      </pc:sldChg>
      <pc:sldChg chg="del">
        <pc:chgData name="Bosch, L.F.M. ten (Louis)" userId="f90aafc9-cae9-4cd6-a4c5-ca4a52c34b90" providerId="ADAL" clId="{C2A44915-10B2-4155-8BF5-B377F0EBA219}" dt="2025-09-17T09:16:14.928" v="165" actId="47"/>
        <pc:sldMkLst>
          <pc:docMk/>
          <pc:sldMk cId="2517999256" sldId="796"/>
        </pc:sldMkLst>
      </pc:sldChg>
      <pc:sldChg chg="modSp mod">
        <pc:chgData name="Bosch, L.F.M. ten (Louis)" userId="f90aafc9-cae9-4cd6-a4c5-ca4a52c34b90" providerId="ADAL" clId="{C2A44915-10B2-4155-8BF5-B377F0EBA219}" dt="2025-09-17T09:18:52.689" v="359" actId="20577"/>
        <pc:sldMkLst>
          <pc:docMk/>
          <pc:sldMk cId="1202780492" sldId="799"/>
        </pc:sldMkLst>
        <pc:spChg chg="mod">
          <ac:chgData name="Bosch, L.F.M. ten (Louis)" userId="f90aafc9-cae9-4cd6-a4c5-ca4a52c34b90" providerId="ADAL" clId="{C2A44915-10B2-4155-8BF5-B377F0EBA219}" dt="2025-09-17T09:18:52.689" v="359" actId="20577"/>
          <ac:spMkLst>
            <pc:docMk/>
            <pc:sldMk cId="1202780492" sldId="799"/>
            <ac:spMk id="12" creationId="{00000000-0000-0000-0000-000000000000}"/>
          </ac:spMkLst>
        </pc:spChg>
      </pc:sldChg>
      <pc:sldChg chg="modSp del mod">
        <pc:chgData name="Bosch, L.F.M. ten (Louis)" userId="f90aafc9-cae9-4cd6-a4c5-ca4a52c34b90" providerId="ADAL" clId="{C2A44915-10B2-4155-8BF5-B377F0EBA219}" dt="2025-10-07T14:29:59.459" v="748" actId="47"/>
        <pc:sldMkLst>
          <pc:docMk/>
          <pc:sldMk cId="315868161" sldId="800"/>
        </pc:sldMkLst>
      </pc:sldChg>
      <pc:sldChg chg="del">
        <pc:chgData name="Bosch, L.F.M. ten (Louis)" userId="f90aafc9-cae9-4cd6-a4c5-ca4a52c34b90" providerId="ADAL" clId="{C2A44915-10B2-4155-8BF5-B377F0EBA219}" dt="2025-09-17T09:16:15.237" v="166" actId="47"/>
        <pc:sldMkLst>
          <pc:docMk/>
          <pc:sldMk cId="2459264745" sldId="801"/>
        </pc:sldMkLst>
      </pc:sldChg>
      <pc:sldChg chg="del">
        <pc:chgData name="Bosch, L.F.M. ten (Louis)" userId="f90aafc9-cae9-4cd6-a4c5-ca4a52c34b90" providerId="ADAL" clId="{C2A44915-10B2-4155-8BF5-B377F0EBA219}" dt="2025-09-17T09:16:15.983" v="167" actId="47"/>
        <pc:sldMkLst>
          <pc:docMk/>
          <pc:sldMk cId="1980051302" sldId="802"/>
        </pc:sldMkLst>
      </pc:sldChg>
      <pc:sldChg chg="del">
        <pc:chgData name="Bosch, L.F.M. ten (Louis)" userId="f90aafc9-cae9-4cd6-a4c5-ca4a52c34b90" providerId="ADAL" clId="{C2A44915-10B2-4155-8BF5-B377F0EBA219}" dt="2025-09-17T09:16:16.678" v="168" actId="47"/>
        <pc:sldMkLst>
          <pc:docMk/>
          <pc:sldMk cId="1643955057" sldId="803"/>
        </pc:sldMkLst>
      </pc:sldChg>
      <pc:sldChg chg="del">
        <pc:chgData name="Bosch, L.F.M. ten (Louis)" userId="f90aafc9-cae9-4cd6-a4c5-ca4a52c34b90" providerId="ADAL" clId="{C2A44915-10B2-4155-8BF5-B377F0EBA219}" dt="2025-09-17T09:16:07.738" v="154" actId="47"/>
        <pc:sldMkLst>
          <pc:docMk/>
          <pc:sldMk cId="4156170389" sldId="804"/>
        </pc:sldMkLst>
      </pc:sldChg>
      <pc:sldChg chg="del">
        <pc:chgData name="Bosch, L.F.M. ten (Louis)" userId="f90aafc9-cae9-4cd6-a4c5-ca4a52c34b90" providerId="ADAL" clId="{C2A44915-10B2-4155-8BF5-B377F0EBA219}" dt="2025-09-17T09:14:32.264" v="26" actId="47"/>
        <pc:sldMkLst>
          <pc:docMk/>
          <pc:sldMk cId="1269557820" sldId="805"/>
        </pc:sldMkLst>
      </pc:sldChg>
      <pc:sldChg chg="del">
        <pc:chgData name="Bosch, L.F.M. ten (Louis)" userId="f90aafc9-cae9-4cd6-a4c5-ca4a52c34b90" providerId="ADAL" clId="{C2A44915-10B2-4155-8BF5-B377F0EBA219}" dt="2025-09-17T09:14:50.493" v="81" actId="47"/>
        <pc:sldMkLst>
          <pc:docMk/>
          <pc:sldMk cId="928230212" sldId="806"/>
        </pc:sldMkLst>
      </pc:sldChg>
      <pc:sldChg chg="del">
        <pc:chgData name="Bosch, L.F.M. ten (Louis)" userId="f90aafc9-cae9-4cd6-a4c5-ca4a52c34b90" providerId="ADAL" clId="{C2A44915-10B2-4155-8BF5-B377F0EBA219}" dt="2025-09-17T09:14:52.681" v="85" actId="47"/>
        <pc:sldMkLst>
          <pc:docMk/>
          <pc:sldMk cId="2277919458" sldId="807"/>
        </pc:sldMkLst>
      </pc:sldChg>
      <pc:sldChg chg="del">
        <pc:chgData name="Bosch, L.F.M. ten (Louis)" userId="f90aafc9-cae9-4cd6-a4c5-ca4a52c34b90" providerId="ADAL" clId="{C2A44915-10B2-4155-8BF5-B377F0EBA219}" dt="2025-09-17T09:14:12.555" v="5" actId="47"/>
        <pc:sldMkLst>
          <pc:docMk/>
          <pc:sldMk cId="4229921840" sldId="808"/>
        </pc:sldMkLst>
      </pc:sldChg>
      <pc:sldChg chg="del">
        <pc:chgData name="Bosch, L.F.M. ten (Louis)" userId="f90aafc9-cae9-4cd6-a4c5-ca4a52c34b90" providerId="ADAL" clId="{C2A44915-10B2-4155-8BF5-B377F0EBA219}" dt="2025-09-17T09:14:30.785" v="21" actId="47"/>
        <pc:sldMkLst>
          <pc:docMk/>
          <pc:sldMk cId="3299304596" sldId="809"/>
        </pc:sldMkLst>
      </pc:sldChg>
      <pc:sldChg chg="del">
        <pc:chgData name="Bosch, L.F.M. ten (Louis)" userId="f90aafc9-cae9-4cd6-a4c5-ca4a52c34b90" providerId="ADAL" clId="{C2A44915-10B2-4155-8BF5-B377F0EBA219}" dt="2025-09-17T09:14:31.450" v="23" actId="47"/>
        <pc:sldMkLst>
          <pc:docMk/>
          <pc:sldMk cId="4013594184" sldId="813"/>
        </pc:sldMkLst>
      </pc:sldChg>
      <pc:sldChg chg="del">
        <pc:chgData name="Bosch, L.F.M. ten (Louis)" userId="f90aafc9-cae9-4cd6-a4c5-ca4a52c34b90" providerId="ADAL" clId="{C2A44915-10B2-4155-8BF5-B377F0EBA219}" dt="2025-09-17T09:14:41.381" v="55" actId="47"/>
        <pc:sldMkLst>
          <pc:docMk/>
          <pc:sldMk cId="2779379544" sldId="814"/>
        </pc:sldMkLst>
      </pc:sldChg>
      <pc:sldChg chg="del">
        <pc:chgData name="Bosch, L.F.M. ten (Louis)" userId="f90aafc9-cae9-4cd6-a4c5-ca4a52c34b90" providerId="ADAL" clId="{C2A44915-10B2-4155-8BF5-B377F0EBA219}" dt="2025-09-17T09:16:17.871" v="170" actId="47"/>
        <pc:sldMkLst>
          <pc:docMk/>
          <pc:sldMk cId="3809556214" sldId="815"/>
        </pc:sldMkLst>
      </pc:sldChg>
      <pc:sldChg chg="del">
        <pc:chgData name="Bosch, L.F.M. ten (Louis)" userId="f90aafc9-cae9-4cd6-a4c5-ca4a52c34b90" providerId="ADAL" clId="{C2A44915-10B2-4155-8BF5-B377F0EBA219}" dt="2025-09-17T09:14:32.049" v="25" actId="47"/>
        <pc:sldMkLst>
          <pc:docMk/>
          <pc:sldMk cId="1918651892" sldId="816"/>
        </pc:sldMkLst>
      </pc:sldChg>
      <pc:sldChg chg="del">
        <pc:chgData name="Bosch, L.F.M. ten (Louis)" userId="f90aafc9-cae9-4cd6-a4c5-ca4a52c34b90" providerId="ADAL" clId="{C2A44915-10B2-4155-8BF5-B377F0EBA219}" dt="2025-09-17T09:14:32.479" v="27" actId="47"/>
        <pc:sldMkLst>
          <pc:docMk/>
          <pc:sldMk cId="857764339" sldId="818"/>
        </pc:sldMkLst>
      </pc:sldChg>
      <pc:sldChg chg="del">
        <pc:chgData name="Bosch, L.F.M. ten (Louis)" userId="f90aafc9-cae9-4cd6-a4c5-ca4a52c34b90" providerId="ADAL" clId="{C2A44915-10B2-4155-8BF5-B377F0EBA219}" dt="2025-09-17T09:16:08.299" v="155" actId="47"/>
        <pc:sldMkLst>
          <pc:docMk/>
          <pc:sldMk cId="3378670997" sldId="819"/>
        </pc:sldMkLst>
      </pc:sldChg>
      <pc:sldChg chg="del">
        <pc:chgData name="Bosch, L.F.M. ten (Louis)" userId="f90aafc9-cae9-4cd6-a4c5-ca4a52c34b90" providerId="ADAL" clId="{C2A44915-10B2-4155-8BF5-B377F0EBA219}" dt="2025-09-17T09:16:18.389" v="171" actId="47"/>
        <pc:sldMkLst>
          <pc:docMk/>
          <pc:sldMk cId="3305524617" sldId="820"/>
        </pc:sldMkLst>
      </pc:sldChg>
      <pc:sldChg chg="del">
        <pc:chgData name="Bosch, L.F.M. ten (Louis)" userId="f90aafc9-cae9-4cd6-a4c5-ca4a52c34b90" providerId="ADAL" clId="{C2A44915-10B2-4155-8BF5-B377F0EBA219}" dt="2025-09-17T09:14:14.300" v="7" actId="47"/>
        <pc:sldMkLst>
          <pc:docMk/>
          <pc:sldMk cId="1659418919" sldId="824"/>
        </pc:sldMkLst>
      </pc:sldChg>
      <pc:sldChg chg="del">
        <pc:chgData name="Bosch, L.F.M. ten (Louis)" userId="f90aafc9-cae9-4cd6-a4c5-ca4a52c34b90" providerId="ADAL" clId="{C2A44915-10B2-4155-8BF5-B377F0EBA219}" dt="2025-09-17T09:14:14.971" v="8" actId="47"/>
        <pc:sldMkLst>
          <pc:docMk/>
          <pc:sldMk cId="1127068703" sldId="827"/>
        </pc:sldMkLst>
      </pc:sldChg>
      <pc:sldChg chg="del">
        <pc:chgData name="Bosch, L.F.M. ten (Louis)" userId="f90aafc9-cae9-4cd6-a4c5-ca4a52c34b90" providerId="ADAL" clId="{C2A44915-10B2-4155-8BF5-B377F0EBA219}" dt="2025-09-17T09:16:00.966" v="143" actId="47"/>
        <pc:sldMkLst>
          <pc:docMk/>
          <pc:sldMk cId="2709871191" sldId="829"/>
        </pc:sldMkLst>
      </pc:sldChg>
      <pc:sldChg chg="del">
        <pc:chgData name="Bosch, L.F.M. ten (Louis)" userId="f90aafc9-cae9-4cd6-a4c5-ca4a52c34b90" providerId="ADAL" clId="{C2A44915-10B2-4155-8BF5-B377F0EBA219}" dt="2025-09-17T09:14:32.942" v="28" actId="47"/>
        <pc:sldMkLst>
          <pc:docMk/>
          <pc:sldMk cId="1724832474" sldId="830"/>
        </pc:sldMkLst>
      </pc:sldChg>
      <pc:sldChg chg="del">
        <pc:chgData name="Bosch, L.F.M. ten (Louis)" userId="f90aafc9-cae9-4cd6-a4c5-ca4a52c34b90" providerId="ADAL" clId="{C2A44915-10B2-4155-8BF5-B377F0EBA219}" dt="2025-09-17T09:14:33.162" v="29" actId="47"/>
        <pc:sldMkLst>
          <pc:docMk/>
          <pc:sldMk cId="583369276" sldId="831"/>
        </pc:sldMkLst>
      </pc:sldChg>
      <pc:sldChg chg="del">
        <pc:chgData name="Bosch, L.F.M. ten (Louis)" userId="f90aafc9-cae9-4cd6-a4c5-ca4a52c34b90" providerId="ADAL" clId="{C2A44915-10B2-4155-8BF5-B377F0EBA219}" dt="2025-09-17T09:16:11.215" v="158" actId="47"/>
        <pc:sldMkLst>
          <pc:docMk/>
          <pc:sldMk cId="835741733" sldId="832"/>
        </pc:sldMkLst>
      </pc:sldChg>
      <pc:sldChg chg="del">
        <pc:chgData name="Bosch, L.F.M. ten (Louis)" userId="f90aafc9-cae9-4cd6-a4c5-ca4a52c34b90" providerId="ADAL" clId="{C2A44915-10B2-4155-8BF5-B377F0EBA219}" dt="2025-09-17T09:16:40.293" v="177" actId="47"/>
        <pc:sldMkLst>
          <pc:docMk/>
          <pc:sldMk cId="3090930802" sldId="833"/>
        </pc:sldMkLst>
      </pc:sldChg>
      <pc:sldChg chg="del">
        <pc:chgData name="Bosch, L.F.M. ten (Louis)" userId="f90aafc9-cae9-4cd6-a4c5-ca4a52c34b90" providerId="ADAL" clId="{C2A44915-10B2-4155-8BF5-B377F0EBA219}" dt="2025-09-17T09:14:44.138" v="68" actId="47"/>
        <pc:sldMkLst>
          <pc:docMk/>
          <pc:sldMk cId="3871511093" sldId="835"/>
        </pc:sldMkLst>
      </pc:sldChg>
      <pc:sldChg chg="del">
        <pc:chgData name="Bosch, L.F.M. ten (Louis)" userId="f90aafc9-cae9-4cd6-a4c5-ca4a52c34b90" providerId="ADAL" clId="{C2A44915-10B2-4155-8BF5-B377F0EBA219}" dt="2025-09-17T09:14:38.973" v="46" actId="47"/>
        <pc:sldMkLst>
          <pc:docMk/>
          <pc:sldMk cId="555139241" sldId="837"/>
        </pc:sldMkLst>
      </pc:sldChg>
      <pc:sldChg chg="del">
        <pc:chgData name="Bosch, L.F.M. ten (Louis)" userId="f90aafc9-cae9-4cd6-a4c5-ca4a52c34b90" providerId="ADAL" clId="{C2A44915-10B2-4155-8BF5-B377F0EBA219}" dt="2025-09-17T09:14:33.543" v="31" actId="47"/>
        <pc:sldMkLst>
          <pc:docMk/>
          <pc:sldMk cId="4147983195" sldId="843"/>
        </pc:sldMkLst>
      </pc:sldChg>
      <pc:sldChg chg="del">
        <pc:chgData name="Bosch, L.F.M. ten (Louis)" userId="f90aafc9-cae9-4cd6-a4c5-ca4a52c34b90" providerId="ADAL" clId="{C2A44915-10B2-4155-8BF5-B377F0EBA219}" dt="2025-09-17T09:14:54.853" v="89" actId="47"/>
        <pc:sldMkLst>
          <pc:docMk/>
          <pc:sldMk cId="3506635189" sldId="844"/>
        </pc:sldMkLst>
      </pc:sldChg>
      <pc:sldChg chg="del">
        <pc:chgData name="Bosch, L.F.M. ten (Louis)" userId="f90aafc9-cae9-4cd6-a4c5-ca4a52c34b90" providerId="ADAL" clId="{C2A44915-10B2-4155-8BF5-B377F0EBA219}" dt="2025-09-17T09:14:55.930" v="92" actId="47"/>
        <pc:sldMkLst>
          <pc:docMk/>
          <pc:sldMk cId="3869007300" sldId="845"/>
        </pc:sldMkLst>
      </pc:sldChg>
      <pc:sldChg chg="del">
        <pc:chgData name="Bosch, L.F.M. ten (Louis)" userId="f90aafc9-cae9-4cd6-a4c5-ca4a52c34b90" providerId="ADAL" clId="{C2A44915-10B2-4155-8BF5-B377F0EBA219}" dt="2025-09-17T09:14:37.951" v="41" actId="47"/>
        <pc:sldMkLst>
          <pc:docMk/>
          <pc:sldMk cId="2964847548" sldId="847"/>
        </pc:sldMkLst>
      </pc:sldChg>
      <pc:sldChg chg="del">
        <pc:chgData name="Bosch, L.F.M. ten (Louis)" userId="f90aafc9-cae9-4cd6-a4c5-ca4a52c34b90" providerId="ADAL" clId="{C2A44915-10B2-4155-8BF5-B377F0EBA219}" dt="2025-09-17T09:14:36.192" v="35" actId="47"/>
        <pc:sldMkLst>
          <pc:docMk/>
          <pc:sldMk cId="1767997508" sldId="853"/>
        </pc:sldMkLst>
      </pc:sldChg>
      <pc:sldChg chg="del">
        <pc:chgData name="Bosch, L.F.M. ten (Louis)" userId="f90aafc9-cae9-4cd6-a4c5-ca4a52c34b90" providerId="ADAL" clId="{C2A44915-10B2-4155-8BF5-B377F0EBA219}" dt="2025-09-17T09:14:33.760" v="32" actId="47"/>
        <pc:sldMkLst>
          <pc:docMk/>
          <pc:sldMk cId="755506311" sldId="854"/>
        </pc:sldMkLst>
      </pc:sldChg>
      <pc:sldChg chg="del">
        <pc:chgData name="Bosch, L.F.M. ten (Louis)" userId="f90aafc9-cae9-4cd6-a4c5-ca4a52c34b90" providerId="ADAL" clId="{C2A44915-10B2-4155-8BF5-B377F0EBA219}" dt="2025-09-17T09:14:34.496" v="33" actId="47"/>
        <pc:sldMkLst>
          <pc:docMk/>
          <pc:sldMk cId="302073096" sldId="855"/>
        </pc:sldMkLst>
      </pc:sldChg>
      <pc:sldChg chg="del">
        <pc:chgData name="Bosch, L.F.M. ten (Louis)" userId="f90aafc9-cae9-4cd6-a4c5-ca4a52c34b90" providerId="ADAL" clId="{C2A44915-10B2-4155-8BF5-B377F0EBA219}" dt="2025-09-17T09:14:34.967" v="34" actId="47"/>
        <pc:sldMkLst>
          <pc:docMk/>
          <pc:sldMk cId="3546244946" sldId="856"/>
        </pc:sldMkLst>
      </pc:sldChg>
      <pc:sldChg chg="del">
        <pc:chgData name="Bosch, L.F.M. ten (Louis)" userId="f90aafc9-cae9-4cd6-a4c5-ca4a52c34b90" providerId="ADAL" clId="{C2A44915-10B2-4155-8BF5-B377F0EBA219}" dt="2025-09-17T09:14:37.286" v="39" actId="47"/>
        <pc:sldMkLst>
          <pc:docMk/>
          <pc:sldMk cId="3670962377" sldId="857"/>
        </pc:sldMkLst>
      </pc:sldChg>
      <pc:sldChg chg="del">
        <pc:chgData name="Bosch, L.F.M. ten (Louis)" userId="f90aafc9-cae9-4cd6-a4c5-ca4a52c34b90" providerId="ADAL" clId="{C2A44915-10B2-4155-8BF5-B377F0EBA219}" dt="2025-09-17T09:14:37.787" v="40" actId="47"/>
        <pc:sldMkLst>
          <pc:docMk/>
          <pc:sldMk cId="3002960456" sldId="858"/>
        </pc:sldMkLst>
      </pc:sldChg>
      <pc:sldChg chg="del">
        <pc:chgData name="Bosch, L.F.M. ten (Louis)" userId="f90aafc9-cae9-4cd6-a4c5-ca4a52c34b90" providerId="ADAL" clId="{C2A44915-10B2-4155-8BF5-B377F0EBA219}" dt="2025-09-17T09:19:07.347" v="360" actId="47"/>
        <pc:sldMkLst>
          <pc:docMk/>
          <pc:sldMk cId="373369286" sldId="861"/>
        </pc:sldMkLst>
      </pc:sldChg>
      <pc:sldChg chg="del">
        <pc:chgData name="Bosch, L.F.M. ten (Louis)" userId="f90aafc9-cae9-4cd6-a4c5-ca4a52c34b90" providerId="ADAL" clId="{C2A44915-10B2-4155-8BF5-B377F0EBA219}" dt="2025-09-17T09:16:38.415" v="176" actId="47"/>
        <pc:sldMkLst>
          <pc:docMk/>
          <pc:sldMk cId="3836111044" sldId="862"/>
        </pc:sldMkLst>
      </pc:sldChg>
      <pc:sldChg chg="del">
        <pc:chgData name="Bosch, L.F.M. ten (Louis)" userId="f90aafc9-cae9-4cd6-a4c5-ca4a52c34b90" providerId="ADAL" clId="{C2A44915-10B2-4155-8BF5-B377F0EBA219}" dt="2025-09-17T09:16:35.935" v="175" actId="47"/>
        <pc:sldMkLst>
          <pc:docMk/>
          <pc:sldMk cId="3340707456" sldId="863"/>
        </pc:sldMkLst>
      </pc:sldChg>
      <pc:sldChg chg="del">
        <pc:chgData name="Bosch, L.F.M. ten (Louis)" userId="f90aafc9-cae9-4cd6-a4c5-ca4a52c34b90" providerId="ADAL" clId="{C2A44915-10B2-4155-8BF5-B377F0EBA219}" dt="2025-09-17T09:16:34.191" v="174" actId="47"/>
        <pc:sldMkLst>
          <pc:docMk/>
          <pc:sldMk cId="1978630616" sldId="867"/>
        </pc:sldMkLst>
      </pc:sldChg>
      <pc:sldChg chg="del">
        <pc:chgData name="Bosch, L.F.M. ten (Louis)" userId="f90aafc9-cae9-4cd6-a4c5-ca4a52c34b90" providerId="ADAL" clId="{C2A44915-10B2-4155-8BF5-B377F0EBA219}" dt="2025-09-17T09:16:09.007" v="156" actId="47"/>
        <pc:sldMkLst>
          <pc:docMk/>
          <pc:sldMk cId="3037538961" sldId="868"/>
        </pc:sldMkLst>
      </pc:sldChg>
      <pc:sldChg chg="del">
        <pc:chgData name="Bosch, L.F.M. ten (Louis)" userId="f90aafc9-cae9-4cd6-a4c5-ca4a52c34b90" providerId="ADAL" clId="{C2A44915-10B2-4155-8BF5-B377F0EBA219}" dt="2025-09-17T09:16:10.103" v="157" actId="47"/>
        <pc:sldMkLst>
          <pc:docMk/>
          <pc:sldMk cId="1695560378" sldId="869"/>
        </pc:sldMkLst>
      </pc:sldChg>
      <pc:sldChg chg="del">
        <pc:chgData name="Bosch, L.F.M. ten (Louis)" userId="f90aafc9-cae9-4cd6-a4c5-ca4a52c34b90" providerId="ADAL" clId="{C2A44915-10B2-4155-8BF5-B377F0EBA219}" dt="2025-09-17T09:14:43.757" v="66" actId="47"/>
        <pc:sldMkLst>
          <pc:docMk/>
          <pc:sldMk cId="3625707363" sldId="878"/>
        </pc:sldMkLst>
      </pc:sldChg>
      <pc:sldChg chg="del">
        <pc:chgData name="Bosch, L.F.M. ten (Louis)" userId="f90aafc9-cae9-4cd6-a4c5-ca4a52c34b90" providerId="ADAL" clId="{C2A44915-10B2-4155-8BF5-B377F0EBA219}" dt="2025-09-17T09:14:43.958" v="67" actId="47"/>
        <pc:sldMkLst>
          <pc:docMk/>
          <pc:sldMk cId="66298391" sldId="879"/>
        </pc:sldMkLst>
      </pc:sldChg>
      <pc:sldChg chg="del">
        <pc:chgData name="Bosch, L.F.M. ten (Louis)" userId="f90aafc9-cae9-4cd6-a4c5-ca4a52c34b90" providerId="ADAL" clId="{C2A44915-10B2-4155-8BF5-B377F0EBA219}" dt="2025-09-17T09:15:15.270" v="107" actId="47"/>
        <pc:sldMkLst>
          <pc:docMk/>
          <pc:sldMk cId="3156292142" sldId="881"/>
        </pc:sldMkLst>
      </pc:sldChg>
      <pc:sldChg chg="del">
        <pc:chgData name="Bosch, L.F.M. ten (Louis)" userId="f90aafc9-cae9-4cd6-a4c5-ca4a52c34b90" providerId="ADAL" clId="{C2A44915-10B2-4155-8BF5-B377F0EBA219}" dt="2025-09-17T09:15:26.589" v="113" actId="47"/>
        <pc:sldMkLst>
          <pc:docMk/>
          <pc:sldMk cId="2859657677" sldId="885"/>
        </pc:sldMkLst>
      </pc:sldChg>
      <pc:sldChg chg="del">
        <pc:chgData name="Bosch, L.F.M. ten (Louis)" userId="f90aafc9-cae9-4cd6-a4c5-ca4a52c34b90" providerId="ADAL" clId="{C2A44915-10B2-4155-8BF5-B377F0EBA219}" dt="2025-09-17T09:14:48.543" v="79" actId="47"/>
        <pc:sldMkLst>
          <pc:docMk/>
          <pc:sldMk cId="2358742639" sldId="887"/>
        </pc:sldMkLst>
      </pc:sldChg>
      <pc:sldChg chg="del">
        <pc:chgData name="Bosch, L.F.M. ten (Louis)" userId="f90aafc9-cae9-4cd6-a4c5-ca4a52c34b90" providerId="ADAL" clId="{C2A44915-10B2-4155-8BF5-B377F0EBA219}" dt="2025-09-17T09:16:43.379" v="182" actId="47"/>
        <pc:sldMkLst>
          <pc:docMk/>
          <pc:sldMk cId="2497653591" sldId="889"/>
        </pc:sldMkLst>
      </pc:sldChg>
      <pc:sldChg chg="del">
        <pc:chgData name="Bosch, L.F.M. ten (Louis)" userId="f90aafc9-cae9-4cd6-a4c5-ca4a52c34b90" providerId="ADAL" clId="{C2A44915-10B2-4155-8BF5-B377F0EBA219}" dt="2025-09-17T09:14:51.114" v="82" actId="47"/>
        <pc:sldMkLst>
          <pc:docMk/>
          <pc:sldMk cId="192924708" sldId="891"/>
        </pc:sldMkLst>
      </pc:sldChg>
      <pc:sldChg chg="del">
        <pc:chgData name="Bosch, L.F.M. ten (Louis)" userId="f90aafc9-cae9-4cd6-a4c5-ca4a52c34b90" providerId="ADAL" clId="{C2A44915-10B2-4155-8BF5-B377F0EBA219}" dt="2025-09-17T09:14:52.146" v="84" actId="47"/>
        <pc:sldMkLst>
          <pc:docMk/>
          <pc:sldMk cId="4055853592" sldId="892"/>
        </pc:sldMkLst>
      </pc:sldChg>
      <pc:sldChg chg="del">
        <pc:chgData name="Bosch, L.F.M. ten (Louis)" userId="f90aafc9-cae9-4cd6-a4c5-ca4a52c34b90" providerId="ADAL" clId="{C2A44915-10B2-4155-8BF5-B377F0EBA219}" dt="2025-09-17T09:14:51.528" v="83" actId="47"/>
        <pc:sldMkLst>
          <pc:docMk/>
          <pc:sldMk cId="4240690108" sldId="893"/>
        </pc:sldMkLst>
      </pc:sldChg>
      <pc:sldChg chg="del">
        <pc:chgData name="Bosch, L.F.M. ten (Louis)" userId="f90aafc9-cae9-4cd6-a4c5-ca4a52c34b90" providerId="ADAL" clId="{C2A44915-10B2-4155-8BF5-B377F0EBA219}" dt="2025-09-17T09:14:21.749" v="10" actId="47"/>
        <pc:sldMkLst>
          <pc:docMk/>
          <pc:sldMk cId="238810487" sldId="894"/>
        </pc:sldMkLst>
      </pc:sldChg>
      <pc:sldChg chg="del">
        <pc:chgData name="Bosch, L.F.M. ten (Louis)" userId="f90aafc9-cae9-4cd6-a4c5-ca4a52c34b90" providerId="ADAL" clId="{C2A44915-10B2-4155-8BF5-B377F0EBA219}" dt="2025-09-17T09:15:08.189" v="100" actId="47"/>
        <pc:sldMkLst>
          <pc:docMk/>
          <pc:sldMk cId="4145956534" sldId="898"/>
        </pc:sldMkLst>
      </pc:sldChg>
      <pc:sldChg chg="del">
        <pc:chgData name="Bosch, L.F.M. ten (Louis)" userId="f90aafc9-cae9-4cd6-a4c5-ca4a52c34b90" providerId="ADAL" clId="{C2A44915-10B2-4155-8BF5-B377F0EBA219}" dt="2025-09-17T09:15:10.475" v="103" actId="47"/>
        <pc:sldMkLst>
          <pc:docMk/>
          <pc:sldMk cId="1562066802" sldId="901"/>
        </pc:sldMkLst>
      </pc:sldChg>
      <pc:sldChg chg="del">
        <pc:chgData name="Bosch, L.F.M. ten (Louis)" userId="f90aafc9-cae9-4cd6-a4c5-ca4a52c34b90" providerId="ADAL" clId="{C2A44915-10B2-4155-8BF5-B377F0EBA219}" dt="2025-09-17T09:15:11.254" v="104" actId="47"/>
        <pc:sldMkLst>
          <pc:docMk/>
          <pc:sldMk cId="619951010" sldId="902"/>
        </pc:sldMkLst>
      </pc:sldChg>
      <pc:sldChg chg="del">
        <pc:chgData name="Bosch, L.F.M. ten (Louis)" userId="f90aafc9-cae9-4cd6-a4c5-ca4a52c34b90" providerId="ADAL" clId="{C2A44915-10B2-4155-8BF5-B377F0EBA219}" dt="2025-09-17T09:15:12.064" v="105" actId="47"/>
        <pc:sldMkLst>
          <pc:docMk/>
          <pc:sldMk cId="2938039188" sldId="903"/>
        </pc:sldMkLst>
      </pc:sldChg>
      <pc:sldChg chg="del">
        <pc:chgData name="Bosch, L.F.M. ten (Louis)" userId="f90aafc9-cae9-4cd6-a4c5-ca4a52c34b90" providerId="ADAL" clId="{C2A44915-10B2-4155-8BF5-B377F0EBA219}" dt="2025-09-17T09:15:12.796" v="106" actId="47"/>
        <pc:sldMkLst>
          <pc:docMk/>
          <pc:sldMk cId="3221433648" sldId="904"/>
        </pc:sldMkLst>
      </pc:sldChg>
      <pc:sldChg chg="del">
        <pc:chgData name="Bosch, L.F.M. ten (Louis)" userId="f90aafc9-cae9-4cd6-a4c5-ca4a52c34b90" providerId="ADAL" clId="{C2A44915-10B2-4155-8BF5-B377F0EBA219}" dt="2025-09-17T09:15:35.178" v="115" actId="47"/>
        <pc:sldMkLst>
          <pc:docMk/>
          <pc:sldMk cId="2272330904" sldId="906"/>
        </pc:sldMkLst>
      </pc:sldChg>
      <pc:sldChg chg="del">
        <pc:chgData name="Bosch, L.F.M. ten (Louis)" userId="f90aafc9-cae9-4cd6-a4c5-ca4a52c34b90" providerId="ADAL" clId="{C2A44915-10B2-4155-8BF5-B377F0EBA219}" dt="2025-09-17T09:14:42.292" v="60" actId="47"/>
        <pc:sldMkLst>
          <pc:docMk/>
          <pc:sldMk cId="264925542" sldId="907"/>
        </pc:sldMkLst>
      </pc:sldChg>
      <pc:sldChg chg="del">
        <pc:chgData name="Bosch, L.F.M. ten (Louis)" userId="f90aafc9-cae9-4cd6-a4c5-ca4a52c34b90" providerId="ADAL" clId="{C2A44915-10B2-4155-8BF5-B377F0EBA219}" dt="2025-09-17T09:14:49.756" v="80" actId="47"/>
        <pc:sldMkLst>
          <pc:docMk/>
          <pc:sldMk cId="3486531815" sldId="908"/>
        </pc:sldMkLst>
      </pc:sldChg>
      <pc:sldChg chg="add">
        <pc:chgData name="Bosch, L.F.M. ten (Louis)" userId="f90aafc9-cae9-4cd6-a4c5-ca4a52c34b90" providerId="ADAL" clId="{C2A44915-10B2-4155-8BF5-B377F0EBA219}" dt="2025-09-22T18:48:18.227" v="746"/>
        <pc:sldMkLst>
          <pc:docMk/>
          <pc:sldMk cId="1396245723" sldId="910"/>
        </pc:sldMkLst>
      </pc:sldChg>
      <pc:sldChg chg="del">
        <pc:chgData name="Bosch, L.F.M. ten (Louis)" userId="f90aafc9-cae9-4cd6-a4c5-ca4a52c34b90" providerId="ADAL" clId="{C2A44915-10B2-4155-8BF5-B377F0EBA219}" dt="2025-09-17T09:15:08.970" v="101" actId="47"/>
        <pc:sldMkLst>
          <pc:docMk/>
          <pc:sldMk cId="3377630779" sldId="910"/>
        </pc:sldMkLst>
      </pc:sldChg>
      <pc:sldChg chg="del">
        <pc:chgData name="Bosch, L.F.M. ten (Louis)" userId="f90aafc9-cae9-4cd6-a4c5-ca4a52c34b90" providerId="ADAL" clId="{C2A44915-10B2-4155-8BF5-B377F0EBA219}" dt="2025-09-17T09:15:09.779" v="102" actId="47"/>
        <pc:sldMkLst>
          <pc:docMk/>
          <pc:sldMk cId="540117987" sldId="911"/>
        </pc:sldMkLst>
      </pc:sldChg>
      <pc:sldChg chg="del">
        <pc:chgData name="Bosch, L.F.M. ten (Louis)" userId="f90aafc9-cae9-4cd6-a4c5-ca4a52c34b90" providerId="ADAL" clId="{C2A44915-10B2-4155-8BF5-B377F0EBA219}" dt="2025-09-17T09:15:20.497" v="108" actId="47"/>
        <pc:sldMkLst>
          <pc:docMk/>
          <pc:sldMk cId="1663438822" sldId="912"/>
        </pc:sldMkLst>
      </pc:sldChg>
      <pc:sldChg chg="del">
        <pc:chgData name="Bosch, L.F.M. ten (Louis)" userId="f90aafc9-cae9-4cd6-a4c5-ca4a52c34b90" providerId="ADAL" clId="{C2A44915-10B2-4155-8BF5-B377F0EBA219}" dt="2025-09-17T09:15:22.164" v="109" actId="47"/>
        <pc:sldMkLst>
          <pc:docMk/>
          <pc:sldMk cId="4148379849" sldId="913"/>
        </pc:sldMkLst>
      </pc:sldChg>
      <pc:sldChg chg="del">
        <pc:chgData name="Bosch, L.F.M. ten (Louis)" userId="f90aafc9-cae9-4cd6-a4c5-ca4a52c34b90" providerId="ADAL" clId="{C2A44915-10B2-4155-8BF5-B377F0EBA219}" dt="2025-09-17T09:15:23.538" v="111" actId="47"/>
        <pc:sldMkLst>
          <pc:docMk/>
          <pc:sldMk cId="162808482" sldId="914"/>
        </pc:sldMkLst>
      </pc:sldChg>
      <pc:sldChg chg="del">
        <pc:chgData name="Bosch, L.F.M. ten (Louis)" userId="f90aafc9-cae9-4cd6-a4c5-ca4a52c34b90" providerId="ADAL" clId="{C2A44915-10B2-4155-8BF5-B377F0EBA219}" dt="2025-09-17T09:15:32.040" v="114" actId="47"/>
        <pc:sldMkLst>
          <pc:docMk/>
          <pc:sldMk cId="336460568" sldId="915"/>
        </pc:sldMkLst>
      </pc:sldChg>
      <pc:sldChg chg="del">
        <pc:chgData name="Bosch, L.F.M. ten (Louis)" userId="f90aafc9-cae9-4cd6-a4c5-ca4a52c34b90" providerId="ADAL" clId="{C2A44915-10B2-4155-8BF5-B377F0EBA219}" dt="2025-09-17T09:15:44.398" v="126" actId="47"/>
        <pc:sldMkLst>
          <pc:docMk/>
          <pc:sldMk cId="2975282561" sldId="917"/>
        </pc:sldMkLst>
      </pc:sldChg>
      <pc:sldChg chg="del">
        <pc:chgData name="Bosch, L.F.M. ten (Louis)" userId="f90aafc9-cae9-4cd6-a4c5-ca4a52c34b90" providerId="ADAL" clId="{C2A44915-10B2-4155-8BF5-B377F0EBA219}" dt="2025-09-17T09:15:45.180" v="127" actId="47"/>
        <pc:sldMkLst>
          <pc:docMk/>
          <pc:sldMk cId="1308966913" sldId="918"/>
        </pc:sldMkLst>
      </pc:sldChg>
      <pc:sldChg chg="del">
        <pc:chgData name="Bosch, L.F.M. ten (Louis)" userId="f90aafc9-cae9-4cd6-a4c5-ca4a52c34b90" providerId="ADAL" clId="{C2A44915-10B2-4155-8BF5-B377F0EBA219}" dt="2025-09-17T09:14:13.873" v="6" actId="47"/>
        <pc:sldMkLst>
          <pc:docMk/>
          <pc:sldMk cId="3863720299" sldId="920"/>
        </pc:sldMkLst>
      </pc:sldChg>
      <pc:sldChg chg="del">
        <pc:chgData name="Bosch, L.F.M. ten (Louis)" userId="f90aafc9-cae9-4cd6-a4c5-ca4a52c34b90" providerId="ADAL" clId="{C2A44915-10B2-4155-8BF5-B377F0EBA219}" dt="2025-09-17T09:14:27.571" v="15" actId="47"/>
        <pc:sldMkLst>
          <pc:docMk/>
          <pc:sldMk cId="766503656" sldId="922"/>
        </pc:sldMkLst>
      </pc:sldChg>
      <pc:sldChg chg="del">
        <pc:chgData name="Bosch, L.F.M. ten (Louis)" userId="f90aafc9-cae9-4cd6-a4c5-ca4a52c34b90" providerId="ADAL" clId="{C2A44915-10B2-4155-8BF5-B377F0EBA219}" dt="2025-09-17T09:15:54.579" v="136" actId="47"/>
        <pc:sldMkLst>
          <pc:docMk/>
          <pc:sldMk cId="3860313609" sldId="923"/>
        </pc:sldMkLst>
      </pc:sldChg>
      <pc:sldChg chg="del">
        <pc:chgData name="Bosch, L.F.M. ten (Louis)" userId="f90aafc9-cae9-4cd6-a4c5-ca4a52c34b90" providerId="ADAL" clId="{C2A44915-10B2-4155-8BF5-B377F0EBA219}" dt="2025-09-17T09:14:28.259" v="16" actId="47"/>
        <pc:sldMkLst>
          <pc:docMk/>
          <pc:sldMk cId="1468648932" sldId="925"/>
        </pc:sldMkLst>
      </pc:sldChg>
      <pc:sldChg chg="del">
        <pc:chgData name="Bosch, L.F.M. ten (Louis)" userId="f90aafc9-cae9-4cd6-a4c5-ca4a52c34b90" providerId="ADAL" clId="{C2A44915-10B2-4155-8BF5-B377F0EBA219}" dt="2025-09-17T09:15:23.971" v="112" actId="47"/>
        <pc:sldMkLst>
          <pc:docMk/>
          <pc:sldMk cId="2337444941" sldId="928"/>
        </pc:sldMkLst>
      </pc:sldChg>
      <pc:sldChg chg="del">
        <pc:chgData name="Bosch, L.F.M. ten (Louis)" userId="f90aafc9-cae9-4cd6-a4c5-ca4a52c34b90" providerId="ADAL" clId="{C2A44915-10B2-4155-8BF5-B377F0EBA219}" dt="2025-09-17T09:15:07.294" v="99" actId="47"/>
        <pc:sldMkLst>
          <pc:docMk/>
          <pc:sldMk cId="2132982160" sldId="933"/>
        </pc:sldMkLst>
      </pc:sldChg>
      <pc:sldChg chg="del">
        <pc:chgData name="Bosch, L.F.M. ten (Louis)" userId="f90aafc9-cae9-4cd6-a4c5-ca4a52c34b90" providerId="ADAL" clId="{C2A44915-10B2-4155-8BF5-B377F0EBA219}" dt="2025-09-17T09:15:22.629" v="110" actId="47"/>
        <pc:sldMkLst>
          <pc:docMk/>
          <pc:sldMk cId="1497241700" sldId="934"/>
        </pc:sldMkLst>
      </pc:sldChg>
      <pc:sldChg chg="del">
        <pc:chgData name="Bosch, L.F.M. ten (Louis)" userId="f90aafc9-cae9-4cd6-a4c5-ca4a52c34b90" providerId="ADAL" clId="{C2A44915-10B2-4155-8BF5-B377F0EBA219}" dt="2025-09-17T09:15:37.165" v="116" actId="47"/>
        <pc:sldMkLst>
          <pc:docMk/>
          <pc:sldMk cId="304485349" sldId="935"/>
        </pc:sldMkLst>
      </pc:sldChg>
      <pc:sldChg chg="del">
        <pc:chgData name="Bosch, L.F.M. ten (Louis)" userId="f90aafc9-cae9-4cd6-a4c5-ca4a52c34b90" providerId="ADAL" clId="{C2A44915-10B2-4155-8BF5-B377F0EBA219}" dt="2025-09-17T09:15:43.743" v="125" actId="47"/>
        <pc:sldMkLst>
          <pc:docMk/>
          <pc:sldMk cId="4082679209" sldId="936"/>
        </pc:sldMkLst>
      </pc:sldChg>
      <pc:sldChg chg="del">
        <pc:chgData name="Bosch, L.F.M. ten (Louis)" userId="f90aafc9-cae9-4cd6-a4c5-ca4a52c34b90" providerId="ADAL" clId="{C2A44915-10B2-4155-8BF5-B377F0EBA219}" dt="2025-09-17T09:15:48.186" v="130" actId="47"/>
        <pc:sldMkLst>
          <pc:docMk/>
          <pc:sldMk cId="3091494977" sldId="937"/>
        </pc:sldMkLst>
      </pc:sldChg>
      <pc:sldChg chg="del">
        <pc:chgData name="Bosch, L.F.M. ten (Louis)" userId="f90aafc9-cae9-4cd6-a4c5-ca4a52c34b90" providerId="ADAL" clId="{C2A44915-10B2-4155-8BF5-B377F0EBA219}" dt="2025-09-17T09:15:50.894" v="132" actId="47"/>
        <pc:sldMkLst>
          <pc:docMk/>
          <pc:sldMk cId="942061656" sldId="938"/>
        </pc:sldMkLst>
      </pc:sldChg>
      <pc:sldChg chg="del">
        <pc:chgData name="Bosch, L.F.M. ten (Louis)" userId="f90aafc9-cae9-4cd6-a4c5-ca4a52c34b90" providerId="ADAL" clId="{C2A44915-10B2-4155-8BF5-B377F0EBA219}" dt="2025-09-17T09:15:53.162" v="134" actId="47"/>
        <pc:sldMkLst>
          <pc:docMk/>
          <pc:sldMk cId="2841576529" sldId="939"/>
        </pc:sldMkLst>
      </pc:sldChg>
      <pc:sldChg chg="del">
        <pc:chgData name="Bosch, L.F.M. ten (Louis)" userId="f90aafc9-cae9-4cd6-a4c5-ca4a52c34b90" providerId="ADAL" clId="{C2A44915-10B2-4155-8BF5-B377F0EBA219}" dt="2025-09-17T09:16:00.302" v="141" actId="47"/>
        <pc:sldMkLst>
          <pc:docMk/>
          <pc:sldMk cId="2523702035" sldId="940"/>
        </pc:sldMkLst>
      </pc:sldChg>
      <pc:sldChg chg="del">
        <pc:chgData name="Bosch, L.F.M. ten (Louis)" userId="f90aafc9-cae9-4cd6-a4c5-ca4a52c34b90" providerId="ADAL" clId="{C2A44915-10B2-4155-8BF5-B377F0EBA219}" dt="2025-09-17T09:16:33.587" v="173" actId="47"/>
        <pc:sldMkLst>
          <pc:docMk/>
          <pc:sldMk cId="1435662226" sldId="941"/>
        </pc:sldMkLst>
      </pc:sldChg>
      <pc:sldChg chg="del">
        <pc:chgData name="Bosch, L.F.M. ten (Louis)" userId="f90aafc9-cae9-4cd6-a4c5-ca4a52c34b90" providerId="ADAL" clId="{C2A44915-10B2-4155-8BF5-B377F0EBA219}" dt="2025-09-17T09:14:56.480" v="95" actId="47"/>
        <pc:sldMkLst>
          <pc:docMk/>
          <pc:sldMk cId="3886252433" sldId="942"/>
        </pc:sldMkLst>
      </pc:sldChg>
      <pc:sldChg chg="del">
        <pc:chgData name="Bosch, L.F.M. ten (Louis)" userId="f90aafc9-cae9-4cd6-a4c5-ca4a52c34b90" providerId="ADAL" clId="{C2A44915-10B2-4155-8BF5-B377F0EBA219}" dt="2025-09-17T09:14:59.390" v="96" actId="47"/>
        <pc:sldMkLst>
          <pc:docMk/>
          <pc:sldMk cId="1037564535" sldId="943"/>
        </pc:sldMkLst>
      </pc:sldChg>
      <pc:sldChg chg="del">
        <pc:chgData name="Bosch, L.F.M. ten (Louis)" userId="f90aafc9-cae9-4cd6-a4c5-ca4a52c34b90" providerId="ADAL" clId="{C2A44915-10B2-4155-8BF5-B377F0EBA219}" dt="2025-09-17T09:14:15.291" v="9" actId="47"/>
        <pc:sldMkLst>
          <pc:docMk/>
          <pc:sldMk cId="72153540" sldId="944"/>
        </pc:sldMkLst>
      </pc:sldChg>
      <pc:sldChg chg="del">
        <pc:chgData name="Bosch, L.F.M. ten (Louis)" userId="f90aafc9-cae9-4cd6-a4c5-ca4a52c34b90" providerId="ADAL" clId="{C2A44915-10B2-4155-8BF5-B377F0EBA219}" dt="2025-09-17T09:14:11.983" v="4" actId="47"/>
        <pc:sldMkLst>
          <pc:docMk/>
          <pc:sldMk cId="1996672325" sldId="948"/>
        </pc:sldMkLst>
      </pc:sldChg>
      <pc:sldChg chg="del">
        <pc:chgData name="Bosch, L.F.M. ten (Louis)" userId="f90aafc9-cae9-4cd6-a4c5-ca4a52c34b90" providerId="ADAL" clId="{C2A44915-10B2-4155-8BF5-B377F0EBA219}" dt="2025-09-17T09:14:42.110" v="59" actId="47"/>
        <pc:sldMkLst>
          <pc:docMk/>
          <pc:sldMk cId="1401683748" sldId="949"/>
        </pc:sldMkLst>
      </pc:sldChg>
      <pc:sldChg chg="del">
        <pc:chgData name="Bosch, L.F.M. ten (Louis)" userId="f90aafc9-cae9-4cd6-a4c5-ca4a52c34b90" providerId="ADAL" clId="{C2A44915-10B2-4155-8BF5-B377F0EBA219}" dt="2025-09-17T09:14:46.312" v="74" actId="47"/>
        <pc:sldMkLst>
          <pc:docMk/>
          <pc:sldMk cId="3773470687" sldId="950"/>
        </pc:sldMkLst>
      </pc:sldChg>
      <pc:sldChg chg="del">
        <pc:chgData name="Bosch, L.F.M. ten (Louis)" userId="f90aafc9-cae9-4cd6-a4c5-ca4a52c34b90" providerId="ADAL" clId="{C2A44915-10B2-4155-8BF5-B377F0EBA219}" dt="2025-09-17T09:14:42.486" v="61" actId="47"/>
        <pc:sldMkLst>
          <pc:docMk/>
          <pc:sldMk cId="132051497" sldId="951"/>
        </pc:sldMkLst>
      </pc:sldChg>
      <pc:sldChg chg="del">
        <pc:chgData name="Bosch, L.F.M. ten (Louis)" userId="f90aafc9-cae9-4cd6-a4c5-ca4a52c34b90" providerId="ADAL" clId="{C2A44915-10B2-4155-8BF5-B377F0EBA219}" dt="2025-09-17T09:14:36.783" v="37" actId="47"/>
        <pc:sldMkLst>
          <pc:docMk/>
          <pc:sldMk cId="838077454" sldId="952"/>
        </pc:sldMkLst>
      </pc:sldChg>
      <pc:sldChg chg="del">
        <pc:chgData name="Bosch, L.F.M. ten (Louis)" userId="f90aafc9-cae9-4cd6-a4c5-ca4a52c34b90" providerId="ADAL" clId="{C2A44915-10B2-4155-8BF5-B377F0EBA219}" dt="2025-09-17T09:14:42.694" v="62" actId="47"/>
        <pc:sldMkLst>
          <pc:docMk/>
          <pc:sldMk cId="2694813277" sldId="954"/>
        </pc:sldMkLst>
      </pc:sldChg>
      <pc:sldChg chg="del">
        <pc:chgData name="Bosch, L.F.M. ten (Louis)" userId="f90aafc9-cae9-4cd6-a4c5-ca4a52c34b90" providerId="ADAL" clId="{C2A44915-10B2-4155-8BF5-B377F0EBA219}" dt="2025-09-17T09:14:29.462" v="18" actId="47"/>
        <pc:sldMkLst>
          <pc:docMk/>
          <pc:sldMk cId="4076592952" sldId="955"/>
        </pc:sldMkLst>
      </pc:sldChg>
      <pc:sldChg chg="del">
        <pc:chgData name="Bosch, L.F.M. ten (Louis)" userId="f90aafc9-cae9-4cd6-a4c5-ca4a52c34b90" providerId="ADAL" clId="{C2A44915-10B2-4155-8BF5-B377F0EBA219}" dt="2025-09-17T09:14:29.942" v="19" actId="47"/>
        <pc:sldMkLst>
          <pc:docMk/>
          <pc:sldMk cId="1796210730" sldId="956"/>
        </pc:sldMkLst>
      </pc:sldChg>
      <pc:sldChg chg="del">
        <pc:chgData name="Bosch, L.F.M. ten (Louis)" userId="f90aafc9-cae9-4cd6-a4c5-ca4a52c34b90" providerId="ADAL" clId="{C2A44915-10B2-4155-8BF5-B377F0EBA219}" dt="2025-09-17T09:14:30.372" v="20" actId="47"/>
        <pc:sldMkLst>
          <pc:docMk/>
          <pc:sldMk cId="3143597361" sldId="957"/>
        </pc:sldMkLst>
      </pc:sldChg>
      <pc:sldChg chg="del">
        <pc:chgData name="Bosch, L.F.M. ten (Louis)" userId="f90aafc9-cae9-4cd6-a4c5-ca4a52c34b90" providerId="ADAL" clId="{C2A44915-10B2-4155-8BF5-B377F0EBA219}" dt="2025-09-17T09:14:53.859" v="87" actId="47"/>
        <pc:sldMkLst>
          <pc:docMk/>
          <pc:sldMk cId="3583744455" sldId="958"/>
        </pc:sldMkLst>
      </pc:sldChg>
      <pc:sldChg chg="del">
        <pc:chgData name="Bosch, L.F.M. ten (Louis)" userId="f90aafc9-cae9-4cd6-a4c5-ca4a52c34b90" providerId="ADAL" clId="{C2A44915-10B2-4155-8BF5-B377F0EBA219}" dt="2025-09-17T09:16:42.201" v="180" actId="47"/>
        <pc:sldMkLst>
          <pc:docMk/>
          <pc:sldMk cId="2250407405" sldId="959"/>
        </pc:sldMkLst>
      </pc:sldChg>
      <pc:sldChg chg="del">
        <pc:chgData name="Bosch, L.F.M. ten (Louis)" userId="f90aafc9-cae9-4cd6-a4c5-ca4a52c34b90" providerId="ADAL" clId="{C2A44915-10B2-4155-8BF5-B377F0EBA219}" dt="2025-09-17T09:14:43.292" v="64" actId="47"/>
        <pc:sldMkLst>
          <pc:docMk/>
          <pc:sldMk cId="3497611887" sldId="960"/>
        </pc:sldMkLst>
      </pc:sldChg>
      <pc:sldChg chg="del">
        <pc:chgData name="Bosch, L.F.M. ten (Louis)" userId="f90aafc9-cae9-4cd6-a4c5-ca4a52c34b90" providerId="ADAL" clId="{C2A44915-10B2-4155-8BF5-B377F0EBA219}" dt="2025-09-17T09:14:43.551" v="65" actId="47"/>
        <pc:sldMkLst>
          <pc:docMk/>
          <pc:sldMk cId="3074293449" sldId="961"/>
        </pc:sldMkLst>
      </pc:sldChg>
      <pc:sldChg chg="del">
        <pc:chgData name="Bosch, L.F.M. ten (Louis)" userId="f90aafc9-cae9-4cd6-a4c5-ca4a52c34b90" providerId="ADAL" clId="{C2A44915-10B2-4155-8BF5-B377F0EBA219}" dt="2025-09-17T09:14:53.104" v="86" actId="47"/>
        <pc:sldMkLst>
          <pc:docMk/>
          <pc:sldMk cId="2513758990" sldId="962"/>
        </pc:sldMkLst>
      </pc:sldChg>
      <pc:sldChg chg="del">
        <pc:chgData name="Bosch, L.F.M. ten (Louis)" userId="f90aafc9-cae9-4cd6-a4c5-ca4a52c34b90" providerId="ADAL" clId="{C2A44915-10B2-4155-8BF5-B377F0EBA219}" dt="2025-09-17T09:15:00.162" v="97" actId="47"/>
        <pc:sldMkLst>
          <pc:docMk/>
          <pc:sldMk cId="3685227551" sldId="963"/>
        </pc:sldMkLst>
      </pc:sldChg>
      <pc:sldChg chg="del">
        <pc:chgData name="Bosch, L.F.M. ten (Louis)" userId="f90aafc9-cae9-4cd6-a4c5-ca4a52c34b90" providerId="ADAL" clId="{C2A44915-10B2-4155-8BF5-B377F0EBA219}" dt="2025-09-17T09:15:06.059" v="98" actId="47"/>
        <pc:sldMkLst>
          <pc:docMk/>
          <pc:sldMk cId="2023603877" sldId="964"/>
        </pc:sldMkLst>
      </pc:sldChg>
      <pc:sldChg chg="del">
        <pc:chgData name="Bosch, L.F.M. ten (Louis)" userId="f90aafc9-cae9-4cd6-a4c5-ca4a52c34b90" providerId="ADAL" clId="{C2A44915-10B2-4155-8BF5-B377F0EBA219}" dt="2025-09-17T09:14:36.461" v="36" actId="47"/>
        <pc:sldMkLst>
          <pc:docMk/>
          <pc:sldMk cId="1139592201" sldId="965"/>
        </pc:sldMkLst>
      </pc:sldChg>
      <pc:sldChg chg="new del">
        <pc:chgData name="Bosch, L.F.M. ten (Louis)" userId="f90aafc9-cae9-4cd6-a4c5-ca4a52c34b90" providerId="ADAL" clId="{C2A44915-10B2-4155-8BF5-B377F0EBA219}" dt="2025-09-17T09:14:23.321" v="11" actId="47"/>
        <pc:sldMkLst>
          <pc:docMk/>
          <pc:sldMk cId="1435579849" sldId="966"/>
        </pc:sldMkLst>
      </pc:sldChg>
      <pc:sldChg chg="new del">
        <pc:chgData name="Bosch, L.F.M. ten (Louis)" userId="f90aafc9-cae9-4cd6-a4c5-ca4a52c34b90" providerId="ADAL" clId="{C2A44915-10B2-4155-8BF5-B377F0EBA219}" dt="2025-09-17T09:14:24.324" v="12" actId="47"/>
        <pc:sldMkLst>
          <pc:docMk/>
          <pc:sldMk cId="3174308779" sldId="967"/>
        </pc:sldMkLst>
      </pc:sldChg>
      <pc:sldChg chg="new del">
        <pc:chgData name="Bosch, L.F.M. ten (Louis)" userId="f90aafc9-cae9-4cd6-a4c5-ca4a52c34b90" providerId="ADAL" clId="{C2A44915-10B2-4155-8BF5-B377F0EBA219}" dt="2025-09-17T09:14:25.220" v="13" actId="47"/>
        <pc:sldMkLst>
          <pc:docMk/>
          <pc:sldMk cId="3639476012" sldId="968"/>
        </pc:sldMkLst>
      </pc:sldChg>
      <pc:sldMasterChg chg="delSldLayout">
        <pc:chgData name="Bosch, L.F.M. ten (Louis)" userId="f90aafc9-cae9-4cd6-a4c5-ca4a52c34b90" providerId="ADAL" clId="{C2A44915-10B2-4155-8BF5-B377F0EBA219}" dt="2025-09-17T09:15:45.941" v="128" actId="47"/>
        <pc:sldMasterMkLst>
          <pc:docMk/>
          <pc:sldMasterMk cId="0" sldId="2147483661"/>
        </pc:sldMasterMkLst>
        <pc:sldLayoutChg chg="del">
          <pc:chgData name="Bosch, L.F.M. ten (Louis)" userId="f90aafc9-cae9-4cd6-a4c5-ca4a52c34b90" providerId="ADAL" clId="{C2A44915-10B2-4155-8BF5-B377F0EBA219}" dt="2025-09-17T09:15:45.941" v="128" actId="47"/>
          <pc:sldLayoutMkLst>
            <pc:docMk/>
            <pc:sldMasterMk cId="0" sldId="2147483661"/>
            <pc:sldLayoutMk cId="202308390" sldId="2147483677"/>
          </pc:sldLayoutMkLst>
        </pc:sldLayoutChg>
        <pc:sldLayoutChg chg="del">
          <pc:chgData name="Bosch, L.F.M. ten (Louis)" userId="f90aafc9-cae9-4cd6-a4c5-ca4a52c34b90" providerId="ADAL" clId="{C2A44915-10B2-4155-8BF5-B377F0EBA219}" dt="2025-09-17T09:15:45.180" v="127" actId="47"/>
          <pc:sldLayoutMkLst>
            <pc:docMk/>
            <pc:sldMasterMk cId="0" sldId="2147483661"/>
            <pc:sldLayoutMk cId="1463559410" sldId="214748367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7" tIns="46229" rIns="92457" bIns="46229" numCol="1" anchor="t" anchorCtr="0" compatLnSpc="1">
            <a:prstTxWarp prst="textNoShape">
              <a:avLst/>
            </a:prstTxWarp>
          </a:bodyPr>
          <a:lstStyle>
            <a:lvl1pPr algn="l" defTabSz="925513">
              <a:spcBef>
                <a:spcPct val="50000"/>
              </a:spcBef>
              <a:buFontTx/>
              <a:buChar char="•"/>
              <a:defRPr sz="1200" b="0"/>
            </a:lvl1pPr>
          </a:lstStyle>
          <a:p>
            <a:endParaRPr lang="en-GB"/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7" tIns="46229" rIns="92457" bIns="46229" numCol="1" anchor="t" anchorCtr="0" compatLnSpc="1">
            <a:prstTxWarp prst="textNoShape">
              <a:avLst/>
            </a:prstTxWarp>
          </a:bodyPr>
          <a:lstStyle>
            <a:lvl1pPr algn="r" defTabSz="925513">
              <a:spcBef>
                <a:spcPct val="50000"/>
              </a:spcBef>
              <a:buFontTx/>
              <a:buChar char="•"/>
              <a:defRPr sz="1200" b="0"/>
            </a:lvl1pPr>
          </a:lstStyle>
          <a:p>
            <a:endParaRPr lang="en-GB"/>
          </a:p>
        </p:txBody>
      </p:sp>
      <p:sp>
        <p:nvSpPr>
          <p:cNvPr id="141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7" tIns="46229" rIns="92457" bIns="46229" numCol="1" anchor="b" anchorCtr="0" compatLnSpc="1">
            <a:prstTxWarp prst="textNoShape">
              <a:avLst/>
            </a:prstTxWarp>
          </a:bodyPr>
          <a:lstStyle>
            <a:lvl1pPr algn="l" defTabSz="925513">
              <a:spcBef>
                <a:spcPct val="50000"/>
              </a:spcBef>
              <a:buFontTx/>
              <a:buChar char="•"/>
              <a:defRPr sz="1200" b="0"/>
            </a:lvl1pPr>
          </a:lstStyle>
          <a:p>
            <a:endParaRPr lang="en-GB"/>
          </a:p>
        </p:txBody>
      </p:sp>
      <p:sp>
        <p:nvSpPr>
          <p:cNvPr id="141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7" tIns="46229" rIns="92457" bIns="46229" numCol="1" anchor="b" anchorCtr="0" compatLnSpc="1">
            <a:prstTxWarp prst="textNoShape">
              <a:avLst/>
            </a:prstTxWarp>
          </a:bodyPr>
          <a:lstStyle>
            <a:lvl1pPr algn="r" defTabSz="925513">
              <a:spcBef>
                <a:spcPct val="50000"/>
              </a:spcBef>
              <a:buFontTx/>
              <a:buChar char="•"/>
              <a:defRPr sz="1200" b="0"/>
            </a:lvl1pPr>
          </a:lstStyle>
          <a:p>
            <a:fld id="{6D3DE2B8-53C6-4059-B887-D2AC3B9DF95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6294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7" tIns="46229" rIns="92457" bIns="46229" numCol="1" anchor="t" anchorCtr="0" compatLnSpc="1">
            <a:prstTxWarp prst="textNoShape">
              <a:avLst/>
            </a:prstTxWarp>
          </a:bodyPr>
          <a:lstStyle>
            <a:lvl1pPr algn="l" defTabSz="925513">
              <a:spcBef>
                <a:spcPct val="50000"/>
              </a:spcBef>
              <a:defRPr sz="1200" b="0"/>
            </a:lvl1pPr>
          </a:lstStyle>
          <a:p>
            <a:endParaRPr lang="nl-NL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7" tIns="46229" rIns="92457" bIns="46229" numCol="1" anchor="t" anchorCtr="0" compatLnSpc="1">
            <a:prstTxWarp prst="textNoShape">
              <a:avLst/>
            </a:prstTxWarp>
          </a:bodyPr>
          <a:lstStyle>
            <a:lvl1pPr algn="r" defTabSz="925513">
              <a:spcBef>
                <a:spcPct val="50000"/>
              </a:spcBef>
              <a:defRPr sz="1200" b="0"/>
            </a:lvl1pPr>
          </a:lstStyle>
          <a:p>
            <a:endParaRPr lang="nl-NL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5119688"/>
            <a:ext cx="5207000" cy="460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7" tIns="46229" rIns="92457" bIns="462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7" tIns="46229" rIns="92457" bIns="46229" numCol="1" anchor="b" anchorCtr="0" compatLnSpc="1">
            <a:prstTxWarp prst="textNoShape">
              <a:avLst/>
            </a:prstTxWarp>
          </a:bodyPr>
          <a:lstStyle>
            <a:lvl1pPr algn="r" defTabSz="925513">
              <a:spcBef>
                <a:spcPct val="50000"/>
              </a:spcBef>
              <a:defRPr sz="1200" b="0"/>
            </a:lvl1pPr>
          </a:lstStyle>
          <a:p>
            <a:fld id="{934B49D0-D35A-4734-80A1-01042933353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91629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49D0-D35A-4734-80A1-010429333534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0273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B49D0-D35A-4734-80A1-010429333534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782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390509" y="389651"/>
            <a:ext cx="6289961" cy="4717471"/>
          </a:xfrm>
        </p:spPr>
        <p:txBody>
          <a:bodyPr rtlCol="0">
            <a:noAutofit/>
          </a:bodyPr>
          <a:lstStyle>
            <a:lvl1pPr marL="0" indent="0">
              <a:buNone/>
              <a:defRPr sz="3200"/>
            </a:lvl1pPr>
            <a:lvl2pPr marL="457088" indent="0">
              <a:buNone/>
              <a:defRPr sz="2800"/>
            </a:lvl2pPr>
            <a:lvl3pPr marL="914174" indent="0">
              <a:buNone/>
              <a:defRPr sz="2400"/>
            </a:lvl3pPr>
            <a:lvl4pPr marL="1371262" indent="0">
              <a:buNone/>
              <a:defRPr sz="2000"/>
            </a:lvl4pPr>
            <a:lvl5pPr marL="1828350" indent="0">
              <a:buNone/>
              <a:defRPr sz="2000"/>
            </a:lvl5pPr>
            <a:lvl6pPr marL="2285438" indent="0">
              <a:buNone/>
              <a:defRPr sz="2000"/>
            </a:lvl6pPr>
            <a:lvl7pPr marL="2742525" indent="0">
              <a:buNone/>
              <a:defRPr sz="2000"/>
            </a:lvl7pPr>
            <a:lvl8pPr marL="3199612" indent="0">
              <a:buNone/>
              <a:defRPr sz="2000"/>
            </a:lvl8pPr>
            <a:lvl9pPr marL="3656699" indent="0">
              <a:buNone/>
              <a:defRPr sz="2000"/>
            </a:lvl9pPr>
          </a:lstStyle>
          <a:p>
            <a:pPr lvl="0"/>
            <a:r>
              <a:rPr lang="nl-NL" noProof="0" dirty="0"/>
              <a:t>Klik op het pictogram als u een afbeelding wilt toevoegen</a:t>
            </a:r>
          </a:p>
        </p:txBody>
      </p:sp>
      <p:sp>
        <p:nvSpPr>
          <p:cNvPr id="7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390509" y="5107124"/>
            <a:ext cx="6289961" cy="560045"/>
          </a:xfrm>
        </p:spPr>
        <p:txBody>
          <a:bodyPr/>
          <a:lstStyle>
            <a:lvl1pPr marL="0" indent="0" algn="ctr">
              <a:buNone/>
              <a:defRPr sz="1300"/>
            </a:lvl1pPr>
            <a:lvl2pPr marL="457088" indent="0">
              <a:buNone/>
              <a:defRPr sz="1200"/>
            </a:lvl2pPr>
            <a:lvl3pPr marL="914174" indent="0">
              <a:buNone/>
              <a:defRPr sz="1000"/>
            </a:lvl3pPr>
            <a:lvl4pPr marL="1371262" indent="0">
              <a:buNone/>
              <a:defRPr sz="900"/>
            </a:lvl4pPr>
            <a:lvl5pPr marL="1828350" indent="0">
              <a:buNone/>
              <a:defRPr sz="900"/>
            </a:lvl5pPr>
            <a:lvl6pPr marL="2285438" indent="0">
              <a:buNone/>
              <a:defRPr sz="900"/>
            </a:lvl6pPr>
            <a:lvl7pPr marL="2742525" indent="0">
              <a:buNone/>
              <a:defRPr sz="900"/>
            </a:lvl7pPr>
            <a:lvl8pPr marL="3199612" indent="0">
              <a:buNone/>
              <a:defRPr sz="900"/>
            </a:lvl8pPr>
            <a:lvl9pPr marL="3656699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ianumm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299FD8-CA68-4E2E-A2D3-911927C2769D}" type="slidenum">
              <a:rPr lang="nl-NL" altLang="nl-NL"/>
              <a:pPr>
                <a:defRPr/>
              </a:pPr>
              <a:t>‹#›</a:t>
            </a:fld>
            <a:endParaRPr lang="nl-NL" alt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Voettekst</a:t>
            </a:r>
          </a:p>
        </p:txBody>
      </p:sp>
      <p:sp>
        <p:nvSpPr>
          <p:cNvPr id="8" name="Tijdelijke aanduiding voor datum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7C6040-6A44-4C5E-B062-0799457EF94F}" type="datetime1">
              <a:rPr lang="nl-NL"/>
              <a:pPr>
                <a:defRPr/>
              </a:pPr>
              <a:t>7-10-2025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70533-58A2-4CE7-AF79-C0725D1716D6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C333-5C26-4117-8C0C-A57322437D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70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4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Klik</a:t>
            </a:r>
            <a:r>
              <a:rPr lang="en-US" dirty="0"/>
              <a:t> om het </a:t>
            </a:r>
            <a:r>
              <a:rPr lang="en-US" dirty="0" err="1"/>
              <a:t>opmaakprofiel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</p:txBody>
      </p:sp>
      <p:sp>
        <p:nvSpPr>
          <p:cNvPr id="449542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7088188" cy="1752600"/>
          </a:xfrm>
        </p:spPr>
        <p:txBody>
          <a:bodyPr/>
          <a:lstStyle>
            <a:lvl1pPr marL="0" indent="0" algn="r">
              <a:buFontTx/>
              <a:buNone/>
              <a:defRPr sz="2800">
                <a:solidFill>
                  <a:srgbClr val="0066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49543" name="Rectangle 7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49544" name="Rectangle 8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49545" name="Rectangle 9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D74BC36A-C473-4627-992C-79656EADC5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3" y="1711349"/>
            <a:ext cx="8229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5152AA-180B-4907-BC24-35DD7CFE74F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202AC4-FDD2-4AAC-BD64-C528A10B9D5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3" y="16287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9313" y="16287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93B7D5-AE2B-4612-8F52-2E5F5801E09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D49687-AC4E-4189-8354-E046B39281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7E728-EAB6-45A1-937C-8087BB5CC6C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De Sprekende en Luisterende Computer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4D3A85-9B9B-48B7-B306-6C9557FD12F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41C568-5A99-4C11-9040-CE3D209834A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De Sprekende en Luisterende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F07516-FD88-4483-BE93-6C9FE3865A5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De Sprekende en Luisterende Computer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AB957-8585-4672-9050-732F3AC9B34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8925" y="274638"/>
            <a:ext cx="2058988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29325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De Sprekende en Luisterende Computer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042ECE-59FA-47BD-88BC-9C7C3EA2663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68313" y="1628775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9313" y="1628775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3F6DDD7-04E3-4C8E-8F1D-DC2D1D99F8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32656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Klik</a:t>
            </a:r>
            <a:r>
              <a:rPr lang="en-US" dirty="0"/>
              <a:t> om het </a:t>
            </a:r>
            <a:r>
              <a:rPr lang="en-US" dirty="0" err="1"/>
              <a:t>opmaakprofiel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</p:txBody>
      </p:sp>
      <p:sp>
        <p:nvSpPr>
          <p:cNvPr id="44851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55679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Klik</a:t>
            </a:r>
            <a:r>
              <a:rPr lang="en-US" dirty="0"/>
              <a:t> om de </a:t>
            </a:r>
            <a:r>
              <a:rPr lang="en-US" dirty="0" err="1"/>
              <a:t>opmaakprofielen</a:t>
            </a:r>
            <a:r>
              <a:rPr lang="en-US" dirty="0"/>
              <a:t> van de </a:t>
            </a:r>
            <a:r>
              <a:rPr lang="en-US" dirty="0" err="1"/>
              <a:t>modeltekst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44851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/>
            </a:lvl1pPr>
          </a:lstStyle>
          <a:p>
            <a:endParaRPr lang="en-US"/>
          </a:p>
        </p:txBody>
      </p:sp>
      <p:sp>
        <p:nvSpPr>
          <p:cNvPr id="44852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r>
              <a:rPr lang="en-US"/>
              <a:t>De Sprekende en Luisterende Computer</a:t>
            </a:r>
          </a:p>
        </p:txBody>
      </p:sp>
      <p:sp>
        <p:nvSpPr>
          <p:cNvPr id="44852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89A0A2B0-F8D2-4F10-81EE-8989FD01FBAC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76200" y="76200"/>
            <a:ext cx="1039416" cy="256456"/>
            <a:chOff x="4495800" y="4038600"/>
            <a:chExt cx="3886201" cy="1314450"/>
          </a:xfrm>
        </p:grpSpPr>
        <p:pic>
          <p:nvPicPr>
            <p:cNvPr id="9" name="Picture 8" descr="telephone.jpg"/>
            <p:cNvPicPr>
              <a:picLocks noChangeAspect="1"/>
            </p:cNvPicPr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4495800" y="4038600"/>
              <a:ext cx="1976617" cy="1314450"/>
            </a:xfrm>
            <a:prstGeom prst="rect">
              <a:avLst/>
            </a:prstGeom>
          </p:spPr>
        </p:pic>
        <p:pic>
          <p:nvPicPr>
            <p:cNvPr id="10" name="Picture 9" descr="telephone.jpg"/>
            <p:cNvPicPr>
              <a:picLocks noChangeAspect="1"/>
            </p:cNvPicPr>
            <p:nvPr userDrawn="1"/>
          </p:nvPicPr>
          <p:blipFill>
            <a:blip r:embed="rId16" cstate="print"/>
            <a:stretch>
              <a:fillRect/>
            </a:stretch>
          </p:blipFill>
          <p:spPr>
            <a:xfrm flipH="1">
              <a:off x="6400800" y="4038600"/>
              <a:ext cx="1981201" cy="1314450"/>
            </a:xfrm>
            <a:prstGeom prst="rect">
              <a:avLst/>
            </a:prstGeom>
          </p:spPr>
        </p:pic>
      </p:grpSp>
      <p:pic>
        <p:nvPicPr>
          <p:cNvPr id="11" name="Picture 10" descr="RU-logo.jpg"/>
          <p:cNvPicPr>
            <a:picLocks noChangeAspect="1"/>
          </p:cNvPicPr>
          <p:nvPr userDrawn="1"/>
        </p:nvPicPr>
        <p:blipFill>
          <a:blip r:embed="rId17" cstate="print"/>
          <a:stretch>
            <a:fillRect/>
          </a:stretch>
        </p:blipFill>
        <p:spPr>
          <a:xfrm>
            <a:off x="8316416" y="188640"/>
            <a:ext cx="617984" cy="617984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 bwMode="auto">
          <a:xfrm>
            <a:off x="251520" y="548680"/>
            <a:ext cx="72008" cy="6048672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006600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006600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006600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006600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6600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6600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6600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6600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~jurafsky/slp3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isca-archive.org/interspeech_2025/verdini25_interspeech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sca-archive.org/interspeech_2025/index.html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hlfFnVNrdHQ_FrvgVJRw4XNszl-aXVUz/view?usp=drivesdk" TargetMode="External"/><Relationship Id="rId2" Type="http://schemas.openxmlformats.org/officeDocument/2006/relationships/hyperlink" Target="https://eur01.safelinks.protection.outlook.com/?url=https%3A%2F%2Fvoicemos-challenge-2023.github.io%2Fspeech-synthesis-evaluation%2FIS2025_tutorial.pdf&amp;data=05%7C02%7Clouis.tenbosch%40ru.nl%7Cfc37b9eb157146269d0208ddeb7f6833%7C084578d9400d4a5aa7c7e76ca47af400%7C1%7C0%7C638925654633158717%7CUnknown%7CTWFpbGZsb3d8eyJFbXB0eU1hcGkiOnRydWUsIlYiOiIwLjAuMDAwMCIsIlAiOiJXaW4zMiIsIkFOIjoiTWFpbCIsIldUIjoyfQ%3D%3D%7C0%7C%7C%7C&amp;sdata=VAcbVJyND2AV753tOxEvQOd1d7FboQowE8rHdkcpZWA%3D&amp;reserved=0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eur01.safelinks.protection.outlook.com/?url=https%3A%2F%2Fzenodo.org%2Frecords%2F17018214&amp;data=05%7C02%7Clouis.tenbosch%40ru.nl%7Cfc37b9eb157146269d0208ddeb7f6833%7C084578d9400d4a5aa7c7e76ca47af400%7C1%7C0%7C638925654633200515%7CUnknown%7CTWFpbGZsb3d8eyJFbXB0eU1hcGkiOnRydWUsIlYiOiIwLjAuMDAwMCIsIlAiOiJXaW4zMiIsIkFOIjoiTWFpbCIsIldUIjoyfQ%3D%3D%7C0%7C%7C%7C&amp;sdata=A2bx593JSxCboWbZBpj3gy4jCZNw3V3NC7zposno6U4%3D&amp;reserved=0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5C1AC-3775-3C48-BB9E-F2C8562641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Automatic Speech Recognition</a:t>
            </a:r>
            <a:br>
              <a:rPr lang="en-GB" dirty="0"/>
            </a:br>
            <a:r>
              <a:rPr lang="en-GB" dirty="0"/>
              <a:t>Towards understanding deep networks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92F1F-83E8-1B66-B02A-A1FD39C6D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2040" y="3886200"/>
            <a:ext cx="3527748" cy="1752600"/>
          </a:xfrm>
        </p:spPr>
        <p:txBody>
          <a:bodyPr/>
          <a:lstStyle/>
          <a:p>
            <a:r>
              <a:rPr lang="en-GB" dirty="0"/>
              <a:t>Louis ten Bosch</a:t>
            </a:r>
          </a:p>
          <a:p>
            <a:r>
              <a:rPr lang="en-GB" dirty="0"/>
              <a:t>Radboud University Nijmegen, NL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497A9F-7190-BD29-FC99-B124A9C118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3" y="4107642"/>
            <a:ext cx="3315103" cy="180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952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3A85-9B9B-48B7-B306-6C9557FD12F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1754" y="908720"/>
            <a:ext cx="812376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0" dirty="0">
                <a:solidFill>
                  <a:srgbClr val="C00000"/>
                </a:solidFill>
              </a:rPr>
              <a:t>ASR is a dynamic field.</a:t>
            </a:r>
          </a:p>
          <a:p>
            <a:r>
              <a:rPr lang="en-US" sz="3200" b="0" dirty="0">
                <a:solidFill>
                  <a:srgbClr val="C00000"/>
                </a:solidFill>
              </a:rPr>
              <a:t>Topics and techniques are changing rapidly.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4657636"/>
            <a:ext cx="2808312" cy="15796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427984" y="4657636"/>
            <a:ext cx="2799928" cy="157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584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3A85-9B9B-48B7-B306-6C9557FD12F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1753" y="908720"/>
            <a:ext cx="812376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0" dirty="0">
                <a:solidFill>
                  <a:srgbClr val="C00000"/>
                </a:solidFill>
              </a:rPr>
              <a:t>ASR is a dynamic field.</a:t>
            </a:r>
          </a:p>
          <a:p>
            <a:r>
              <a:rPr lang="en-US" sz="3200" b="0" dirty="0">
                <a:solidFill>
                  <a:srgbClr val="C00000"/>
                </a:solidFill>
              </a:rPr>
              <a:t>Topics and techniques are changing rapidly.</a:t>
            </a:r>
          </a:p>
          <a:p>
            <a:endParaRPr lang="en-US" sz="3200" b="0" dirty="0">
              <a:solidFill>
                <a:srgbClr val="C00000"/>
              </a:solidFill>
            </a:endParaRPr>
          </a:p>
          <a:p>
            <a:r>
              <a:rPr lang="en-US" sz="3200" b="0" dirty="0">
                <a:solidFill>
                  <a:srgbClr val="C00000"/>
                </a:solidFill>
              </a:rPr>
              <a:t>ASR is a broad field.</a:t>
            </a:r>
          </a:p>
          <a:p>
            <a:r>
              <a:rPr lang="en-US" sz="3200" b="0" dirty="0">
                <a:solidFill>
                  <a:srgbClr val="C00000"/>
                </a:solidFill>
              </a:rPr>
              <a:t>We only discuss the main issues.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4657636"/>
            <a:ext cx="2808312" cy="15796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427984" y="4657636"/>
            <a:ext cx="2799928" cy="157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04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4214488" y="728700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human machine interaction</a:t>
            </a:r>
          </a:p>
        </p:txBody>
      </p:sp>
      <p:sp>
        <p:nvSpPr>
          <p:cNvPr id="7" name="Oval 6"/>
          <p:cNvSpPr/>
          <p:nvPr/>
        </p:nvSpPr>
        <p:spPr>
          <a:xfrm>
            <a:off x="1262160" y="1185900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language modelling</a:t>
            </a:r>
          </a:p>
        </p:txBody>
      </p:sp>
      <p:sp>
        <p:nvSpPr>
          <p:cNvPr id="8" name="Oval 7"/>
          <p:cNvSpPr/>
          <p:nvPr/>
        </p:nvSpPr>
        <p:spPr>
          <a:xfrm>
            <a:off x="614088" y="3356992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dialogue systems</a:t>
            </a:r>
          </a:p>
        </p:txBody>
      </p:sp>
      <p:sp>
        <p:nvSpPr>
          <p:cNvPr id="12" name="Oval 11"/>
          <p:cNvSpPr/>
          <p:nvPr/>
        </p:nvSpPr>
        <p:spPr>
          <a:xfrm>
            <a:off x="3419872" y="2540586"/>
            <a:ext cx="3096344" cy="25922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speech processing</a:t>
            </a:r>
          </a:p>
        </p:txBody>
      </p:sp>
      <p:sp>
        <p:nvSpPr>
          <p:cNvPr id="10" name="Oval 9"/>
          <p:cNvSpPr/>
          <p:nvPr/>
        </p:nvSpPr>
        <p:spPr>
          <a:xfrm>
            <a:off x="6003836" y="4001758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 to speech</a:t>
            </a:r>
          </a:p>
        </p:txBody>
      </p:sp>
      <p:sp>
        <p:nvSpPr>
          <p:cNvPr id="11" name="Oval 10"/>
          <p:cNvSpPr/>
          <p:nvPr/>
        </p:nvSpPr>
        <p:spPr>
          <a:xfrm>
            <a:off x="3517406" y="5013176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speech signal processing</a:t>
            </a:r>
          </a:p>
        </p:txBody>
      </p:sp>
      <p:sp>
        <p:nvSpPr>
          <p:cNvPr id="9" name="Oval 8"/>
          <p:cNvSpPr/>
          <p:nvPr/>
        </p:nvSpPr>
        <p:spPr>
          <a:xfrm>
            <a:off x="6156176" y="2013992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speaker recognition</a:t>
            </a:r>
          </a:p>
        </p:txBody>
      </p:sp>
    </p:spTree>
    <p:extLst>
      <p:ext uri="{BB962C8B-B14F-4D97-AF65-F5344CB8AC3E}">
        <p14:creationId xmlns:p14="http://schemas.microsoft.com/office/powerpoint/2010/main" val="3412357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4214488" y="728700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human machine interaction</a:t>
            </a:r>
          </a:p>
        </p:txBody>
      </p:sp>
      <p:sp>
        <p:nvSpPr>
          <p:cNvPr id="7" name="Oval 6"/>
          <p:cNvSpPr/>
          <p:nvPr/>
        </p:nvSpPr>
        <p:spPr>
          <a:xfrm>
            <a:off x="1262160" y="1185900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language modelling</a:t>
            </a:r>
          </a:p>
        </p:txBody>
      </p:sp>
      <p:sp>
        <p:nvSpPr>
          <p:cNvPr id="8" name="Oval 7"/>
          <p:cNvSpPr/>
          <p:nvPr/>
        </p:nvSpPr>
        <p:spPr>
          <a:xfrm>
            <a:off x="614088" y="3356992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dialogue systems</a:t>
            </a:r>
          </a:p>
        </p:txBody>
      </p:sp>
      <p:sp>
        <p:nvSpPr>
          <p:cNvPr id="12" name="Oval 11"/>
          <p:cNvSpPr/>
          <p:nvPr/>
        </p:nvSpPr>
        <p:spPr>
          <a:xfrm>
            <a:off x="3419872" y="2540586"/>
            <a:ext cx="3096344" cy="25922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speech processing</a:t>
            </a:r>
          </a:p>
        </p:txBody>
      </p:sp>
      <p:sp>
        <p:nvSpPr>
          <p:cNvPr id="10" name="Oval 9"/>
          <p:cNvSpPr/>
          <p:nvPr/>
        </p:nvSpPr>
        <p:spPr>
          <a:xfrm>
            <a:off x="6003836" y="4001758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 to speech</a:t>
            </a:r>
          </a:p>
        </p:txBody>
      </p:sp>
      <p:sp>
        <p:nvSpPr>
          <p:cNvPr id="11" name="Oval 10"/>
          <p:cNvSpPr/>
          <p:nvPr/>
        </p:nvSpPr>
        <p:spPr>
          <a:xfrm>
            <a:off x="3517406" y="5013176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speech signal processing</a:t>
            </a:r>
          </a:p>
        </p:txBody>
      </p:sp>
      <p:sp>
        <p:nvSpPr>
          <p:cNvPr id="9" name="Oval 8"/>
          <p:cNvSpPr/>
          <p:nvPr/>
        </p:nvSpPr>
        <p:spPr>
          <a:xfrm>
            <a:off x="6156176" y="2013992"/>
            <a:ext cx="2664296" cy="1656184"/>
          </a:xfrm>
          <a:prstGeom prst="ellipse">
            <a:avLst/>
          </a:prstGeom>
          <a:solidFill>
            <a:srgbClr val="4B654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speaker recognition</a:t>
            </a:r>
          </a:p>
        </p:txBody>
      </p:sp>
      <p:sp>
        <p:nvSpPr>
          <p:cNvPr id="13" name="Oval 12"/>
          <p:cNvSpPr/>
          <p:nvPr/>
        </p:nvSpPr>
        <p:spPr>
          <a:xfrm>
            <a:off x="3601105" y="2948789"/>
            <a:ext cx="2664296" cy="1656184"/>
          </a:xfrm>
          <a:prstGeom prst="ellipse">
            <a:avLst/>
          </a:prstGeom>
          <a:solidFill>
            <a:srgbClr val="CC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automatic speech recognition</a:t>
            </a:r>
          </a:p>
        </p:txBody>
      </p:sp>
    </p:spTree>
    <p:extLst>
      <p:ext uri="{BB962C8B-B14F-4D97-AF65-F5344CB8AC3E}">
        <p14:creationId xmlns:p14="http://schemas.microsoft.com/office/powerpoint/2010/main" val="552236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2928" y="1124744"/>
            <a:ext cx="1933872" cy="312715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For now: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000" dirty="0"/>
              <a:t>AI</a:t>
            </a:r>
          </a:p>
          <a:p>
            <a:r>
              <a:rPr lang="en-US" sz="2000" dirty="0"/>
              <a:t>Data Science</a:t>
            </a:r>
          </a:p>
          <a:p>
            <a:r>
              <a:rPr lang="en-US" sz="2000" dirty="0"/>
              <a:t>Linguistics</a:t>
            </a:r>
          </a:p>
          <a:p>
            <a:r>
              <a:rPr lang="en-US" sz="2000" dirty="0"/>
              <a:t>…</a:t>
            </a:r>
          </a:p>
          <a:p>
            <a:pPr marL="457200" lvl="1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52AA-180B-4907-BC24-35DD7CFE74F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61268"/>
            <a:ext cx="5554100" cy="39399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19ED7C-ABE3-1755-6535-992019C8A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958330"/>
            <a:ext cx="274320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04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2E3FD-26F2-99D5-B537-300397EA9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94577-105F-91EC-9271-5A227099A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Students: Different educational backgrounds</a:t>
            </a:r>
          </a:p>
          <a:p>
            <a:pPr lvl="1"/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Computational linguistics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Data science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Other</a:t>
            </a:r>
          </a:p>
          <a:p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Working in groups – Real-life approach</a:t>
            </a:r>
          </a:p>
          <a:p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Experiments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You may choose your own topic/experiment (from a list)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You may use your own database, or use a standard one from the web</a:t>
            </a:r>
          </a:p>
          <a:p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Brief thesis</a:t>
            </a:r>
          </a:p>
          <a:p>
            <a:pPr marL="0" indent="0">
              <a:buNone/>
            </a:pPr>
            <a:b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84935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line of this course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7E728-EAB6-45A1-937C-8087BB5CC6C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991553" y="1906665"/>
            <a:ext cx="1512168" cy="1323439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intro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2607182" y="1916832"/>
            <a:ext cx="1028714" cy="1323439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err="1"/>
              <a:t>exp</a:t>
            </a:r>
            <a:r>
              <a:rPr lang="en-US" dirty="0"/>
              <a:t> </a:t>
            </a:r>
            <a:r>
              <a:rPr lang="en-US" dirty="0" err="1"/>
              <a:t>sel</a:t>
            </a: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3491880" y="3113673"/>
            <a:ext cx="4248472" cy="132343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experiments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4355976" y="4017729"/>
            <a:ext cx="3564396" cy="1323439"/>
          </a:xfrm>
          <a:prstGeom prst="rect">
            <a:avLst/>
          </a:prstGeom>
          <a:solidFill>
            <a:srgbClr val="FF0000">
              <a:alpha val="81961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thesis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>
            <a:off x="899592" y="6309320"/>
            <a:ext cx="7992888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528798" y="5866023"/>
            <a:ext cx="8318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                                                                                                                       mid Dec</a:t>
            </a:r>
            <a:endParaRPr lang="nl-NL" dirty="0"/>
          </a:p>
        </p:txBody>
      </p:sp>
      <p:sp>
        <p:nvSpPr>
          <p:cNvPr id="13" name="Rectangle 12"/>
          <p:cNvSpPr/>
          <p:nvPr/>
        </p:nvSpPr>
        <p:spPr bwMode="auto">
          <a:xfrm>
            <a:off x="7956376" y="4017729"/>
            <a:ext cx="911424" cy="1323439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round up</a:t>
            </a: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780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Reading material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3" y="1340768"/>
            <a:ext cx="8229600" cy="4968552"/>
          </a:xfrm>
        </p:spPr>
        <p:txBody>
          <a:bodyPr/>
          <a:lstStyle/>
          <a:p>
            <a:r>
              <a:rPr lang="en-US" sz="2400" dirty="0"/>
              <a:t>Books</a:t>
            </a:r>
          </a:p>
          <a:p>
            <a:pPr lvl="1"/>
            <a:r>
              <a:rPr lang="en-US" sz="2000" dirty="0"/>
              <a:t>Classical ASR: Holmes &amp; Holmes</a:t>
            </a:r>
          </a:p>
          <a:p>
            <a:pPr lvl="1"/>
            <a:r>
              <a:rPr lang="en-GB" sz="2000" dirty="0" err="1"/>
              <a:t>Jurafsky</a:t>
            </a:r>
            <a:r>
              <a:rPr lang="en-GB" sz="2000" dirty="0"/>
              <a:t> and Martin: </a:t>
            </a:r>
            <a:r>
              <a:rPr lang="en-GB" sz="2000" dirty="0">
                <a:hlinkClick r:id="rId3"/>
              </a:rPr>
              <a:t>https://web.stanford.edu/~jurafsky/slp3/</a:t>
            </a:r>
            <a:endParaRPr lang="en-GB" sz="2000" dirty="0"/>
          </a:p>
          <a:p>
            <a:r>
              <a:rPr lang="en-GB" sz="2400" dirty="0"/>
              <a:t>Papers: the classics (e.g., Vaswani et al., </a:t>
            </a:r>
            <a:r>
              <a:rPr lang="en-GB" sz="2400" dirty="0" err="1"/>
              <a:t>Baevski</a:t>
            </a:r>
            <a:r>
              <a:rPr lang="en-GB" sz="2400" dirty="0"/>
              <a:t> et al.)</a:t>
            </a:r>
            <a:endParaRPr lang="en-US" sz="2000" dirty="0"/>
          </a:p>
          <a:p>
            <a:r>
              <a:rPr lang="en-US" sz="2400" dirty="0"/>
              <a:t>Papers: recent</a:t>
            </a:r>
          </a:p>
          <a:p>
            <a:pPr lvl="1"/>
            <a:r>
              <a:rPr lang="en-US" sz="2000" dirty="0"/>
              <a:t>large body of recent papers, e.g. </a:t>
            </a:r>
            <a:r>
              <a:rPr lang="en-NL" sz="2000" u="sng" dirty="0">
                <a:hlinkClick r:id="rId4"/>
              </a:rPr>
              <a:t>https://www.isca-archive.org/interspeech_2025/verdini25_interspeech.html</a:t>
            </a:r>
            <a:endParaRPr lang="en-US" sz="2000" dirty="0"/>
          </a:p>
          <a:p>
            <a:pPr lvl="1"/>
            <a:r>
              <a:rPr lang="en-US" sz="2000" dirty="0"/>
              <a:t>relevant papers will depend on your ASR experimental project</a:t>
            </a:r>
          </a:p>
          <a:p>
            <a:r>
              <a:rPr lang="en-US" sz="2400" dirty="0"/>
              <a:t>Presentation slides</a:t>
            </a:r>
          </a:p>
          <a:p>
            <a:pPr lvl="1"/>
            <a:r>
              <a:rPr lang="en-US" sz="2000" dirty="0"/>
              <a:t>will be updated</a:t>
            </a:r>
          </a:p>
          <a:p>
            <a:r>
              <a:rPr lang="en-US" sz="2400" dirty="0"/>
              <a:t>Internet</a:t>
            </a:r>
          </a:p>
          <a:p>
            <a:pPr lvl="1"/>
            <a:r>
              <a:rPr lang="en-US" sz="2000" dirty="0"/>
              <a:t>recent papers + videos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52AA-180B-4907-BC24-35DD7CFE74F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773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9A1D-6005-7D5F-7FB7-3BC89A2A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Reading material</a:t>
            </a:r>
            <a:endParaRPr lang="en-NL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49842-D133-24BB-C354-DCF177187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Papers on the web, </a:t>
            </a:r>
            <a:r>
              <a:rPr lang="en-GB" sz="2800" dirty="0" err="1"/>
              <a:t>Xarxiv</a:t>
            </a:r>
            <a:r>
              <a:rPr lang="en-GB" sz="2800" dirty="0"/>
              <a:t>, etc.</a:t>
            </a:r>
          </a:p>
          <a:p>
            <a:r>
              <a:rPr lang="en-GB" sz="2800" dirty="0" err="1"/>
              <a:t>Interspeech</a:t>
            </a:r>
            <a:endParaRPr lang="en-GB" sz="2800" dirty="0"/>
          </a:p>
          <a:p>
            <a:pPr lvl="1"/>
            <a:r>
              <a:rPr lang="en-GB" sz="2400" dirty="0">
                <a:hlinkClick r:id="rId2"/>
              </a:rPr>
              <a:t>https://www.isca-archive.org/interspeech_2025/index.html</a:t>
            </a:r>
            <a:endParaRPr lang="en-GB" sz="2400" dirty="0"/>
          </a:p>
          <a:p>
            <a:r>
              <a:rPr lang="en-GB" sz="2800" dirty="0"/>
              <a:t>ICASSP</a:t>
            </a:r>
          </a:p>
          <a:p>
            <a:r>
              <a:rPr lang="en-GB" sz="2800" dirty="0"/>
              <a:t>A number of key papers are given in the course</a:t>
            </a:r>
          </a:p>
          <a:p>
            <a:pPr lvl="1"/>
            <a:r>
              <a:rPr lang="en-GB" sz="2400" dirty="0"/>
              <a:t>Fastly growing</a:t>
            </a:r>
          </a:p>
          <a:p>
            <a:pPr lvl="1"/>
            <a:r>
              <a:rPr lang="en-GB" sz="2400" dirty="0"/>
              <a:t>Additional material may vary – usually depends on your experimental project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5ED53-0CB4-1B18-9FAE-47901A5CE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52AA-180B-4907-BC24-35DD7CFE74F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73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 – the classical 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52AA-180B-4907-BC24-35DD7CFE74F5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556792"/>
            <a:ext cx="3171825" cy="4752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1700808"/>
            <a:ext cx="333375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305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5C5D4-0E42-2742-F838-6D35A3DB3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Interspeech</a:t>
            </a:r>
            <a:r>
              <a:rPr lang="en-GB" dirty="0"/>
              <a:t> tutorial presentations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8AFCE-A43E-1F18-2B14-3819D10F2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NL" dirty="0"/>
              <a:t>1. Tutorials - Automatic Quality Assessment for Speech and Beyond </a:t>
            </a:r>
            <a:r>
              <a:rPr lang="en-NL" u="sng" dirty="0">
                <a:hlinkClick r:id="rId2"/>
              </a:rPr>
              <a:t>[INTERSPEECH 2025 Tutorial] Automatic Quality Assessment for Speech and Beyond</a:t>
            </a:r>
            <a:r>
              <a:rPr lang="en-NL" dirty="0"/>
              <a:t> </a:t>
            </a:r>
          </a:p>
          <a:p>
            <a:pPr marL="0" indent="0">
              <a:buNone/>
            </a:pPr>
            <a:endParaRPr lang="en-NL" dirty="0"/>
          </a:p>
          <a:p>
            <a:r>
              <a:rPr lang="en-NL" dirty="0"/>
              <a:t>2. Nvidia </a:t>
            </a:r>
            <a:r>
              <a:rPr lang="en-NL" dirty="0" err="1"/>
              <a:t>NeMo</a:t>
            </a:r>
            <a:r>
              <a:rPr lang="en-NL" dirty="0"/>
              <a:t> toolkit for speech applications</a:t>
            </a:r>
            <a:r>
              <a:rPr lang="en-GB" dirty="0"/>
              <a:t> </a:t>
            </a:r>
            <a:r>
              <a:rPr lang="en-NL" u="sng" dirty="0">
                <a:hlinkClick r:id="rId3"/>
              </a:rPr>
              <a:t>https://drive.google.com/file/d/1hlfFnVNrdHQ_FrvgVJRw4XNszl-aXVUz/view?usp=drivesdk</a:t>
            </a:r>
            <a:endParaRPr lang="en-NL" dirty="0"/>
          </a:p>
          <a:p>
            <a:pPr marL="0" indent="0">
              <a:buNone/>
            </a:pPr>
            <a:r>
              <a:rPr lang="en-NL" dirty="0"/>
              <a:t> </a:t>
            </a:r>
          </a:p>
          <a:p>
            <a:r>
              <a:rPr lang="en-NL" dirty="0"/>
              <a:t>3. Speech Technology meets early Language acquisition: How interdisciplinary efforts benefit both the fields</a:t>
            </a:r>
            <a:r>
              <a:rPr lang="en-GB" dirty="0"/>
              <a:t> </a:t>
            </a:r>
            <a:r>
              <a:rPr lang="en-NL" u="sng" dirty="0">
                <a:hlinkClick r:id="rId4"/>
              </a:rPr>
              <a:t>https://zenodo.org/records/17018214</a:t>
            </a:r>
            <a:r>
              <a:rPr lang="en-NL" dirty="0"/>
              <a:t> 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58187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Thesis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354119"/>
            <a:ext cx="8229600" cy="4525963"/>
          </a:xfrm>
        </p:spPr>
        <p:txBody>
          <a:bodyPr/>
          <a:lstStyle/>
          <a:p>
            <a:r>
              <a:rPr lang="en-US" sz="2800" dirty="0"/>
              <a:t>Topic: </a:t>
            </a:r>
          </a:p>
          <a:p>
            <a:pPr lvl="1"/>
            <a:r>
              <a:rPr lang="en-US" sz="2400" dirty="0"/>
              <a:t>ASR is way too broad to be dealt with in a few weeks</a:t>
            </a:r>
          </a:p>
          <a:p>
            <a:pPr lvl="1"/>
            <a:r>
              <a:rPr lang="en-US" sz="2400" dirty="0"/>
              <a:t>based on experimental work</a:t>
            </a:r>
          </a:p>
          <a:p>
            <a:pPr lvl="1"/>
            <a:r>
              <a:rPr lang="en-US" sz="2400" dirty="0"/>
              <a:t>but may also be theoretical</a:t>
            </a:r>
          </a:p>
          <a:p>
            <a:pPr lvl="1"/>
            <a:r>
              <a:rPr lang="en-US" sz="2400" dirty="0"/>
              <a:t>will be discussed later</a:t>
            </a:r>
          </a:p>
          <a:p>
            <a:pPr lvl="1"/>
            <a:endParaRPr lang="en-US" sz="2400" dirty="0"/>
          </a:p>
          <a:p>
            <a:r>
              <a:rPr lang="en-US" sz="2800" dirty="0"/>
              <a:t>Experiment: </a:t>
            </a:r>
            <a:r>
              <a:rPr lang="en-US" sz="2800" dirty="0">
                <a:solidFill>
                  <a:srgbClr val="C00000"/>
                </a:solidFill>
              </a:rPr>
              <a:t>individual or in a group</a:t>
            </a:r>
          </a:p>
          <a:p>
            <a:r>
              <a:rPr lang="en-US" sz="2800" dirty="0"/>
              <a:t>Writing: always individual</a:t>
            </a:r>
          </a:p>
          <a:p>
            <a:r>
              <a:rPr lang="en-US" sz="2800" dirty="0"/>
              <a:t>Assessment: individual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52AA-180B-4907-BC24-35DD7CFE74F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997" y="3384233"/>
            <a:ext cx="2025483" cy="26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80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82945-2AE6-9A36-AF6F-F0B86FA6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Broad overview</a:t>
            </a:r>
            <a:endParaRPr lang="en-N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209D07-6125-73EA-824D-6C81D8BBA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632467"/>
              </p:ext>
            </p:extLst>
          </p:nvPr>
        </p:nvGraphicFramePr>
        <p:xfrm>
          <a:off x="982980" y="1331640"/>
          <a:ext cx="7117412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220">
                  <a:extLst>
                    <a:ext uri="{9D8B030D-6E8A-4147-A177-3AD203B41FA5}">
                      <a16:colId xmlns:a16="http://schemas.microsoft.com/office/drawing/2014/main" val="1719224386"/>
                    </a:ext>
                  </a:extLst>
                </a:gridCol>
                <a:gridCol w="5328192">
                  <a:extLst>
                    <a:ext uri="{9D8B030D-6E8A-4147-A177-3AD203B41FA5}">
                      <a16:colId xmlns:a16="http://schemas.microsoft.com/office/drawing/2014/main" val="2092369373"/>
                    </a:ext>
                  </a:extLst>
                </a:gridCol>
              </a:tblGrid>
              <a:tr h="3738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44902277"/>
                  </a:ext>
                </a:extLst>
              </a:tr>
              <a:tr h="656824"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Lecture: Intro, overview</a:t>
                      </a:r>
                      <a:b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Reading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17281512"/>
                  </a:ext>
                </a:extLst>
              </a:tr>
              <a:tr h="656824"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Literature, brainstorm topics for experiment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14680396"/>
                  </a:ext>
                </a:extLst>
              </a:tr>
              <a:tr h="939763"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Literature presentations</a:t>
                      </a:r>
                    </a:p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Determine experimental topics</a:t>
                      </a:r>
                    </a:p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Set-up (small) experiments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8761601"/>
                  </a:ext>
                </a:extLst>
              </a:tr>
              <a:tr h="373884"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Reporting ongoing experiments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84029938"/>
                  </a:ext>
                </a:extLst>
              </a:tr>
              <a:tr h="1788581"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6-7</a:t>
                      </a:r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Groups of 2 or 3:</a:t>
                      </a:r>
                      <a:b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10-minute presentation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Presentations of experimental results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Closing</a:t>
                      </a:r>
                    </a:p>
                    <a:p>
                      <a:endParaRPr lang="en-NL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90687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324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3CBE9-374F-B383-4C71-BE718726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As </a:t>
            </a:r>
            <a:r>
              <a:rPr lang="nl-NL" dirty="0" err="1"/>
              <a:t>simple</a:t>
            </a:r>
            <a:r>
              <a:rPr lang="nl-NL" dirty="0"/>
              <a:t> as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F17A25-64C0-3C9A-AD84-E7F04CD90D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38" t="50000" r="22176" b="13778"/>
          <a:stretch>
            <a:fillRect/>
          </a:stretch>
        </p:blipFill>
        <p:spPr>
          <a:xfrm>
            <a:off x="-166348" y="2457450"/>
            <a:ext cx="8474937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245723"/>
      </p:ext>
    </p:extLst>
  </p:cSld>
  <p:clrMapOvr>
    <a:masterClrMapping/>
  </p:clrMapOvr>
</p:sld>
</file>

<file path=ppt/theme/theme1.xml><?xml version="1.0" encoding="utf-8"?>
<a:theme xmlns:a="http://schemas.openxmlformats.org/drawingml/2006/main" name="RM model">
  <a:themeElements>
    <a:clrScheme name="RM mode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RM mod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RM mod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M mod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M mod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M mod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M mod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M mod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M mod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M mod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M mod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M mod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M mod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M mod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84578d9-400d-4a5a-a7c7-e76ca47af400}" enabled="0" method="" siteId="{084578d9-400d-4a5a-a7c7-e76ca47af40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503</Words>
  <Application>Microsoft Office PowerPoint</Application>
  <PresentationFormat>On-screen Show (4:3)</PresentationFormat>
  <Paragraphs>130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RM model</vt:lpstr>
      <vt:lpstr>Automatic Speech Recognition Towards understanding deep networks</vt:lpstr>
      <vt:lpstr>PowerPoint Presentation</vt:lpstr>
      <vt:lpstr>PowerPoint Presentation</vt:lpstr>
      <vt:lpstr>PowerPoint Presentation</vt:lpstr>
      <vt:lpstr>PowerPoint Presentation</vt:lpstr>
      <vt:lpstr>Audience?</vt:lpstr>
      <vt:lpstr>You</vt:lpstr>
      <vt:lpstr>Time line of this course</vt:lpstr>
      <vt:lpstr>Reading material</vt:lpstr>
      <vt:lpstr>Reading material</vt:lpstr>
      <vt:lpstr>Books – the classical ones</vt:lpstr>
      <vt:lpstr>Interspeech tutorial presentations</vt:lpstr>
      <vt:lpstr>Thesis</vt:lpstr>
      <vt:lpstr>Broad overview</vt:lpstr>
      <vt:lpstr>As simple as it can be</vt:lpstr>
    </vt:vector>
  </TitlesOfParts>
  <Company>KUN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Sprekende en Luisterende Computer</dc:title>
  <dc:creator>Bert Cranen</dc:creator>
  <cp:lastModifiedBy>Bosch, L.F.M. ten (Louis)</cp:lastModifiedBy>
  <cp:revision>1162</cp:revision>
  <dcterms:created xsi:type="dcterms:W3CDTF">2004-07-12T07:49:58Z</dcterms:created>
  <dcterms:modified xsi:type="dcterms:W3CDTF">2025-10-07T21:07:50Z</dcterms:modified>
</cp:coreProperties>
</file>