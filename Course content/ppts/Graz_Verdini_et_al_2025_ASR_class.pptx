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0" r:id="rId4"/>
    <p:sldId id="261" r:id="rId5"/>
    <p:sldId id="270" r:id="rId6"/>
    <p:sldId id="262" r:id="rId7"/>
    <p:sldId id="264" r:id="rId8"/>
    <p:sldId id="265" r:id="rId9"/>
    <p:sldId id="266" r:id="rId10"/>
    <p:sldId id="267" r:id="rId11"/>
    <p:sldId id="268" r:id="rId12"/>
    <p:sldId id="263" r:id="rId13"/>
    <p:sldId id="259" r:id="rId14"/>
    <p:sldId id="257" r:id="rId15"/>
    <p:sldId id="258" r:id="rId1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667DC-6633-4BC6-8059-989FDAB0F1A5}" v="130" dt="2025-09-15T12:05:35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46" autoAdjust="0"/>
  </p:normalViewPr>
  <p:slideViewPr>
    <p:cSldViewPr snapToGrid="0">
      <p:cViewPr varScale="1">
        <p:scale>
          <a:sx n="72" d="100"/>
          <a:sy n="72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sch, L.F.M. ten (Louis)" userId="f90aafc9-cae9-4cd6-a4c5-ca4a52c34b90" providerId="ADAL" clId="{55A667DC-6633-4BC6-8059-989FDAB0F1A5}"/>
    <pc:docChg chg="undo custSel addSld modSld sldOrd">
      <pc:chgData name="Bosch, L.F.M. ten (Louis)" userId="f90aafc9-cae9-4cd6-a4c5-ca4a52c34b90" providerId="ADAL" clId="{55A667DC-6633-4BC6-8059-989FDAB0F1A5}" dt="2025-09-15T12:19:06.508" v="1810" actId="20577"/>
      <pc:docMkLst>
        <pc:docMk/>
      </pc:docMkLst>
      <pc:sldChg chg="delSp modSp new mod">
        <pc:chgData name="Bosch, L.F.M. ten (Louis)" userId="f90aafc9-cae9-4cd6-a4c5-ca4a52c34b90" providerId="ADAL" clId="{55A667DC-6633-4BC6-8059-989FDAB0F1A5}" dt="2025-09-15T11:58:06.878" v="1484" actId="114"/>
        <pc:sldMkLst>
          <pc:docMk/>
          <pc:sldMk cId="716550827" sldId="256"/>
        </pc:sldMkLst>
        <pc:spChg chg="mod">
          <ac:chgData name="Bosch, L.F.M. ten (Louis)" userId="f90aafc9-cae9-4cd6-a4c5-ca4a52c34b90" providerId="ADAL" clId="{55A667DC-6633-4BC6-8059-989FDAB0F1A5}" dt="2025-09-15T11:58:06.878" v="1484" actId="114"/>
          <ac:spMkLst>
            <pc:docMk/>
            <pc:sldMk cId="716550827" sldId="256"/>
            <ac:spMk id="2" creationId="{E242C7D2-E3D7-AD94-76EF-E5F10A11FC79}"/>
          </ac:spMkLst>
        </pc:spChg>
        <pc:spChg chg="del">
          <ac:chgData name="Bosch, L.F.M. ten (Louis)" userId="f90aafc9-cae9-4cd6-a4c5-ca4a52c34b90" providerId="ADAL" clId="{55A667DC-6633-4BC6-8059-989FDAB0F1A5}" dt="2025-09-15T11:57:15.294" v="1457" actId="478"/>
          <ac:spMkLst>
            <pc:docMk/>
            <pc:sldMk cId="716550827" sldId="256"/>
            <ac:spMk id="3" creationId="{45B52A4D-7400-0DFA-4AFE-23C2540E7E45}"/>
          </ac:spMkLst>
        </pc:spChg>
      </pc:sldChg>
      <pc:sldChg chg="addSp delSp modSp new mod">
        <pc:chgData name="Bosch, L.F.M. ten (Louis)" userId="f90aafc9-cae9-4cd6-a4c5-ca4a52c34b90" providerId="ADAL" clId="{55A667DC-6633-4BC6-8059-989FDAB0F1A5}" dt="2025-09-15T07:28:47.971" v="684" actId="947"/>
        <pc:sldMkLst>
          <pc:docMk/>
          <pc:sldMk cId="1617758847" sldId="257"/>
        </pc:sldMkLst>
        <pc:spChg chg="del mod">
          <ac:chgData name="Bosch, L.F.M. ten (Louis)" userId="f90aafc9-cae9-4cd6-a4c5-ca4a52c34b90" providerId="ADAL" clId="{55A667DC-6633-4BC6-8059-989FDAB0F1A5}" dt="2025-09-14T20:40:30.404" v="88" actId="478"/>
          <ac:spMkLst>
            <pc:docMk/>
            <pc:sldMk cId="1617758847" sldId="257"/>
            <ac:spMk id="2" creationId="{AE48EB1B-6038-B582-4343-2F6745C00D49}"/>
          </ac:spMkLst>
        </pc:spChg>
        <pc:spChg chg="del">
          <ac:chgData name="Bosch, L.F.M. ten (Louis)" userId="f90aafc9-cae9-4cd6-a4c5-ca4a52c34b90" providerId="ADAL" clId="{55A667DC-6633-4BC6-8059-989FDAB0F1A5}" dt="2025-09-14T20:39:39.015" v="83" actId="478"/>
          <ac:spMkLst>
            <pc:docMk/>
            <pc:sldMk cId="1617758847" sldId="257"/>
            <ac:spMk id="3" creationId="{3F07AE4B-4994-A204-2300-34F39892F994}"/>
          </ac:spMkLst>
        </pc:spChg>
        <pc:spChg chg="add del mod">
          <ac:chgData name="Bosch, L.F.M. ten (Louis)" userId="f90aafc9-cae9-4cd6-a4c5-ca4a52c34b90" providerId="ADAL" clId="{55A667DC-6633-4BC6-8059-989FDAB0F1A5}" dt="2025-09-14T20:42:01.735" v="97" actId="478"/>
          <ac:spMkLst>
            <pc:docMk/>
            <pc:sldMk cId="1617758847" sldId="257"/>
            <ac:spMk id="4" creationId="{DC32EC7E-B021-03F2-C05A-816DD8BCABCA}"/>
          </ac:spMkLst>
        </pc:spChg>
        <pc:spChg chg="add del mod">
          <ac:chgData name="Bosch, L.F.M. ten (Louis)" userId="f90aafc9-cae9-4cd6-a4c5-ca4a52c34b90" providerId="ADAL" clId="{55A667DC-6633-4BC6-8059-989FDAB0F1A5}" dt="2025-09-14T20:42:05.797" v="98" actId="478"/>
          <ac:spMkLst>
            <pc:docMk/>
            <pc:sldMk cId="1617758847" sldId="257"/>
            <ac:spMk id="5" creationId="{9A9866DA-FE96-1FC9-084F-2EAEA6EF9C28}"/>
          </ac:spMkLst>
        </pc:spChg>
        <pc:spChg chg="add del mod">
          <ac:chgData name="Bosch, L.F.M. ten (Louis)" userId="f90aafc9-cae9-4cd6-a4c5-ca4a52c34b90" providerId="ADAL" clId="{55A667DC-6633-4BC6-8059-989FDAB0F1A5}" dt="2025-09-14T20:42:14.096" v="100" actId="478"/>
          <ac:spMkLst>
            <pc:docMk/>
            <pc:sldMk cId="1617758847" sldId="257"/>
            <ac:spMk id="6" creationId="{711E2F57-CED9-1CFD-575E-D8309CC21767}"/>
          </ac:spMkLst>
        </pc:spChg>
        <pc:spChg chg="add del mod">
          <ac:chgData name="Bosch, L.F.M. ten (Louis)" userId="f90aafc9-cae9-4cd6-a4c5-ca4a52c34b90" providerId="ADAL" clId="{55A667DC-6633-4BC6-8059-989FDAB0F1A5}" dt="2025-09-14T20:42:08.031" v="99" actId="478"/>
          <ac:spMkLst>
            <pc:docMk/>
            <pc:sldMk cId="1617758847" sldId="257"/>
            <ac:spMk id="7" creationId="{D8CFC3FC-E569-49B3-CB28-BD7A8A866F9E}"/>
          </ac:spMkLst>
        </pc:spChg>
        <pc:spChg chg="add mod">
          <ac:chgData name="Bosch, L.F.M. ten (Louis)" userId="f90aafc9-cae9-4cd6-a4c5-ca4a52c34b90" providerId="ADAL" clId="{55A667DC-6633-4BC6-8059-989FDAB0F1A5}" dt="2025-09-15T07:28:47.971" v="684" actId="947"/>
          <ac:spMkLst>
            <pc:docMk/>
            <pc:sldMk cId="1617758847" sldId="257"/>
            <ac:spMk id="8" creationId="{79803B8E-646B-77A4-E18E-ED3022E752BA}"/>
          </ac:spMkLst>
        </pc:spChg>
        <pc:spChg chg="add del mod">
          <ac:chgData name="Bosch, L.F.M. ten (Louis)" userId="f90aafc9-cae9-4cd6-a4c5-ca4a52c34b90" providerId="ADAL" clId="{55A667DC-6633-4BC6-8059-989FDAB0F1A5}" dt="2025-09-14T20:42:17.922" v="101" actId="478"/>
          <ac:spMkLst>
            <pc:docMk/>
            <pc:sldMk cId="1617758847" sldId="257"/>
            <ac:spMk id="9" creationId="{54BB58C8-7F7A-76E6-B77D-556D01B2B597}"/>
          </ac:spMkLst>
        </pc:spChg>
        <pc:spChg chg="add del mod">
          <ac:chgData name="Bosch, L.F.M. ten (Louis)" userId="f90aafc9-cae9-4cd6-a4c5-ca4a52c34b90" providerId="ADAL" clId="{55A667DC-6633-4BC6-8059-989FDAB0F1A5}" dt="2025-09-14T20:42:24.016" v="103" actId="478"/>
          <ac:spMkLst>
            <pc:docMk/>
            <pc:sldMk cId="1617758847" sldId="257"/>
            <ac:spMk id="10" creationId="{06985AAE-5613-451F-E55A-B159E4A09C95}"/>
          </ac:spMkLst>
        </pc:spChg>
        <pc:spChg chg="add del mod">
          <ac:chgData name="Bosch, L.F.M. ten (Louis)" userId="f90aafc9-cae9-4cd6-a4c5-ca4a52c34b90" providerId="ADAL" clId="{55A667DC-6633-4BC6-8059-989FDAB0F1A5}" dt="2025-09-14T20:42:20.486" v="102" actId="478"/>
          <ac:spMkLst>
            <pc:docMk/>
            <pc:sldMk cId="1617758847" sldId="257"/>
            <ac:spMk id="11" creationId="{364EFB37-02AE-2D45-2144-1F7597084A0C}"/>
          </ac:spMkLst>
        </pc:spChg>
        <pc:spChg chg="add del mod">
          <ac:chgData name="Bosch, L.F.M. ten (Louis)" userId="f90aafc9-cae9-4cd6-a4c5-ca4a52c34b90" providerId="ADAL" clId="{55A667DC-6633-4BC6-8059-989FDAB0F1A5}" dt="2025-09-14T20:42:28.251" v="104" actId="478"/>
          <ac:spMkLst>
            <pc:docMk/>
            <pc:sldMk cId="1617758847" sldId="257"/>
            <ac:spMk id="12" creationId="{1329DC2A-F1E4-F7B9-D36E-910904080F00}"/>
          </ac:spMkLst>
        </pc:spChg>
      </pc:sldChg>
      <pc:sldChg chg="addSp new mod">
        <pc:chgData name="Bosch, L.F.M. ten (Louis)" userId="f90aafc9-cae9-4cd6-a4c5-ca4a52c34b90" providerId="ADAL" clId="{55A667DC-6633-4BC6-8059-989FDAB0F1A5}" dt="2025-09-14T20:38:53.781" v="4" actId="22"/>
        <pc:sldMkLst>
          <pc:docMk/>
          <pc:sldMk cId="3264022353" sldId="258"/>
        </pc:sldMkLst>
        <pc:picChg chg="add">
          <ac:chgData name="Bosch, L.F.M. ten (Louis)" userId="f90aafc9-cae9-4cd6-a4c5-ca4a52c34b90" providerId="ADAL" clId="{55A667DC-6633-4BC6-8059-989FDAB0F1A5}" dt="2025-09-14T20:38:53.781" v="4" actId="22"/>
          <ac:picMkLst>
            <pc:docMk/>
            <pc:sldMk cId="3264022353" sldId="258"/>
            <ac:picMk id="3" creationId="{36DD43BA-7A44-FA39-38A5-0E82B29B9676}"/>
          </ac:picMkLst>
        </pc:picChg>
      </pc:sldChg>
      <pc:sldChg chg="addSp delSp modSp add mod ord">
        <pc:chgData name="Bosch, L.F.M. ten (Louis)" userId="f90aafc9-cae9-4cd6-a4c5-ca4a52c34b90" providerId="ADAL" clId="{55A667DC-6633-4BC6-8059-989FDAB0F1A5}" dt="2025-09-15T12:19:06.508" v="1810" actId="20577"/>
        <pc:sldMkLst>
          <pc:docMk/>
          <pc:sldMk cId="895676236" sldId="259"/>
        </pc:sldMkLst>
        <pc:spChg chg="add mod">
          <ac:chgData name="Bosch, L.F.M. ten (Louis)" userId="f90aafc9-cae9-4cd6-a4c5-ca4a52c34b90" providerId="ADAL" clId="{55A667DC-6633-4BC6-8059-989FDAB0F1A5}" dt="2025-09-15T07:34:59.445" v="849" actId="2711"/>
          <ac:spMkLst>
            <pc:docMk/>
            <pc:sldMk cId="895676236" sldId="259"/>
            <ac:spMk id="2" creationId="{A640230E-1733-B985-3BD0-344D2446BE1B}"/>
          </ac:spMkLst>
        </pc:spChg>
        <pc:spChg chg="mod">
          <ac:chgData name="Bosch, L.F.M. ten (Louis)" userId="f90aafc9-cae9-4cd6-a4c5-ca4a52c34b90" providerId="ADAL" clId="{55A667DC-6633-4BC6-8059-989FDAB0F1A5}" dt="2025-09-15T12:19:06.508" v="1810" actId="20577"/>
          <ac:spMkLst>
            <pc:docMk/>
            <pc:sldMk cId="895676236" sldId="259"/>
            <ac:spMk id="4" creationId="{E35224B2-BD7B-1539-8A5B-4314A264A32B}"/>
          </ac:spMkLst>
        </pc:spChg>
        <pc:spChg chg="del">
          <ac:chgData name="Bosch, L.F.M. ten (Louis)" userId="f90aafc9-cae9-4cd6-a4c5-ca4a52c34b90" providerId="ADAL" clId="{55A667DC-6633-4BC6-8059-989FDAB0F1A5}" dt="2025-09-14T20:43:36.110" v="108" actId="478"/>
          <ac:spMkLst>
            <pc:docMk/>
            <pc:sldMk cId="895676236" sldId="259"/>
            <ac:spMk id="5" creationId="{6BACEE34-F082-56A3-10D6-E81755D43288}"/>
          </ac:spMkLst>
        </pc:spChg>
        <pc:spChg chg="del mod">
          <ac:chgData name="Bosch, L.F.M. ten (Louis)" userId="f90aafc9-cae9-4cd6-a4c5-ca4a52c34b90" providerId="ADAL" clId="{55A667DC-6633-4BC6-8059-989FDAB0F1A5}" dt="2025-09-14T20:44:34.283" v="123"/>
          <ac:spMkLst>
            <pc:docMk/>
            <pc:sldMk cId="895676236" sldId="259"/>
            <ac:spMk id="6" creationId="{F9389CB7-BA15-9F62-A9B8-22ECAE434B46}"/>
          </ac:spMkLst>
        </pc:spChg>
        <pc:spChg chg="del">
          <ac:chgData name="Bosch, L.F.M. ten (Louis)" userId="f90aafc9-cae9-4cd6-a4c5-ca4a52c34b90" providerId="ADAL" clId="{55A667DC-6633-4BC6-8059-989FDAB0F1A5}" dt="2025-09-14T20:43:38.889" v="109" actId="478"/>
          <ac:spMkLst>
            <pc:docMk/>
            <pc:sldMk cId="895676236" sldId="259"/>
            <ac:spMk id="7" creationId="{9C28FEF1-A9EA-8F20-9002-CF6AB2EC7239}"/>
          </ac:spMkLst>
        </pc:spChg>
        <pc:spChg chg="del">
          <ac:chgData name="Bosch, L.F.M. ten (Louis)" userId="f90aafc9-cae9-4cd6-a4c5-ca4a52c34b90" providerId="ADAL" clId="{55A667DC-6633-4BC6-8059-989FDAB0F1A5}" dt="2025-09-14T20:43:26.019" v="107" actId="478"/>
          <ac:spMkLst>
            <pc:docMk/>
            <pc:sldMk cId="895676236" sldId="259"/>
            <ac:spMk id="8" creationId="{DA8F9CB4-A56A-DE8A-2323-85587D948C34}"/>
          </ac:spMkLst>
        </pc:spChg>
        <pc:spChg chg="del">
          <ac:chgData name="Bosch, L.F.M. ten (Louis)" userId="f90aafc9-cae9-4cd6-a4c5-ca4a52c34b90" providerId="ADAL" clId="{55A667DC-6633-4BC6-8059-989FDAB0F1A5}" dt="2025-09-14T20:43:44.563" v="110" actId="478"/>
          <ac:spMkLst>
            <pc:docMk/>
            <pc:sldMk cId="895676236" sldId="259"/>
            <ac:spMk id="9" creationId="{93127C1D-EABF-9321-5CDB-9B5D0ABD3A2A}"/>
          </ac:spMkLst>
        </pc:spChg>
        <pc:spChg chg="del mod">
          <ac:chgData name="Bosch, L.F.M. ten (Louis)" userId="f90aafc9-cae9-4cd6-a4c5-ca4a52c34b90" providerId="ADAL" clId="{55A667DC-6633-4BC6-8059-989FDAB0F1A5}" dt="2025-09-14T20:44:34.288" v="125"/>
          <ac:spMkLst>
            <pc:docMk/>
            <pc:sldMk cId="895676236" sldId="259"/>
            <ac:spMk id="10" creationId="{0837C6B0-EEB6-C9D2-91DB-F0DEE9287FB7}"/>
          </ac:spMkLst>
        </pc:spChg>
        <pc:spChg chg="del">
          <ac:chgData name="Bosch, L.F.M. ten (Louis)" userId="f90aafc9-cae9-4cd6-a4c5-ca4a52c34b90" providerId="ADAL" clId="{55A667DC-6633-4BC6-8059-989FDAB0F1A5}" dt="2025-09-14T20:43:47.705" v="111" actId="478"/>
          <ac:spMkLst>
            <pc:docMk/>
            <pc:sldMk cId="895676236" sldId="259"/>
            <ac:spMk id="11" creationId="{1CECD759-90CC-799F-4879-2C3C2848109C}"/>
          </ac:spMkLst>
        </pc:spChg>
        <pc:spChg chg="del mod">
          <ac:chgData name="Bosch, L.F.M. ten (Louis)" userId="f90aafc9-cae9-4cd6-a4c5-ca4a52c34b90" providerId="ADAL" clId="{55A667DC-6633-4BC6-8059-989FDAB0F1A5}" dt="2025-09-14T20:45:17.381" v="130" actId="478"/>
          <ac:spMkLst>
            <pc:docMk/>
            <pc:sldMk cId="895676236" sldId="259"/>
            <ac:spMk id="12" creationId="{B2D2A63E-8BDC-C551-D6C4-EA47B5863123}"/>
          </ac:spMkLst>
        </pc:spChg>
      </pc:sldChg>
      <pc:sldChg chg="addSp modSp new mod ord">
        <pc:chgData name="Bosch, L.F.M. ten (Louis)" userId="f90aafc9-cae9-4cd6-a4c5-ca4a52c34b90" providerId="ADAL" clId="{55A667DC-6633-4BC6-8059-989FDAB0F1A5}" dt="2025-09-15T12:00:01.241" v="1521"/>
        <pc:sldMkLst>
          <pc:docMk/>
          <pc:sldMk cId="2635248154" sldId="260"/>
        </pc:sldMkLst>
        <pc:spChg chg="add mod">
          <ac:chgData name="Bosch, L.F.M. ten (Louis)" userId="f90aafc9-cae9-4cd6-a4c5-ca4a52c34b90" providerId="ADAL" clId="{55A667DC-6633-4BC6-8059-989FDAB0F1A5}" dt="2025-09-15T11:59:56.032" v="1519" actId="1076"/>
          <ac:spMkLst>
            <pc:docMk/>
            <pc:sldMk cId="2635248154" sldId="260"/>
            <ac:spMk id="2" creationId="{1B68C35B-D000-2ABF-6E33-D80811142E5C}"/>
          </ac:spMkLst>
        </pc:spChg>
        <pc:picChg chg="add mod">
          <ac:chgData name="Bosch, L.F.M. ten (Louis)" userId="f90aafc9-cae9-4cd6-a4c5-ca4a52c34b90" providerId="ADAL" clId="{55A667DC-6633-4BC6-8059-989FDAB0F1A5}" dt="2025-09-15T11:59:03.060" v="1486" actId="1076"/>
          <ac:picMkLst>
            <pc:docMk/>
            <pc:sldMk cId="2635248154" sldId="260"/>
            <ac:picMk id="3" creationId="{E4315848-5F79-8168-20E2-C4E242C4262F}"/>
          </ac:picMkLst>
        </pc:picChg>
      </pc:sldChg>
      <pc:sldChg chg="addSp modSp new mod">
        <pc:chgData name="Bosch, L.F.M. ten (Louis)" userId="f90aafc9-cae9-4cd6-a4c5-ca4a52c34b90" providerId="ADAL" clId="{55A667DC-6633-4BC6-8059-989FDAB0F1A5}" dt="2025-09-15T07:02:08.793" v="144" actId="14100"/>
        <pc:sldMkLst>
          <pc:docMk/>
          <pc:sldMk cId="1672378831" sldId="261"/>
        </pc:sldMkLst>
        <pc:spChg chg="add mod">
          <ac:chgData name="Bosch, L.F.M. ten (Louis)" userId="f90aafc9-cae9-4cd6-a4c5-ca4a52c34b90" providerId="ADAL" clId="{55A667DC-6633-4BC6-8059-989FDAB0F1A5}" dt="2025-09-15T07:00:27.676" v="143" actId="2711"/>
          <ac:spMkLst>
            <pc:docMk/>
            <pc:sldMk cId="1672378831" sldId="261"/>
            <ac:spMk id="4" creationId="{620E8CC0-E45E-1C75-FC72-801B989AE77A}"/>
          </ac:spMkLst>
        </pc:spChg>
        <pc:picChg chg="add mod">
          <ac:chgData name="Bosch, L.F.M. ten (Louis)" userId="f90aafc9-cae9-4cd6-a4c5-ca4a52c34b90" providerId="ADAL" clId="{55A667DC-6633-4BC6-8059-989FDAB0F1A5}" dt="2025-09-15T07:02:08.793" v="144" actId="14100"/>
          <ac:picMkLst>
            <pc:docMk/>
            <pc:sldMk cId="1672378831" sldId="261"/>
            <ac:picMk id="3" creationId="{DB24CEAD-0B71-F50D-FDDE-72CDB1737463}"/>
          </ac:picMkLst>
        </pc:picChg>
      </pc:sldChg>
      <pc:sldChg chg="modSp new mod">
        <pc:chgData name="Bosch, L.F.M. ten (Louis)" userId="f90aafc9-cae9-4cd6-a4c5-ca4a52c34b90" providerId="ADAL" clId="{55A667DC-6633-4BC6-8059-989FDAB0F1A5}" dt="2025-09-15T07:46:43.601" v="1124" actId="27636"/>
        <pc:sldMkLst>
          <pc:docMk/>
          <pc:sldMk cId="2316551697" sldId="262"/>
        </pc:sldMkLst>
        <pc:spChg chg="mod">
          <ac:chgData name="Bosch, L.F.M. ten (Louis)" userId="f90aafc9-cae9-4cd6-a4c5-ca4a52c34b90" providerId="ADAL" clId="{55A667DC-6633-4BC6-8059-989FDAB0F1A5}" dt="2025-09-15T07:04:09.776" v="191" actId="255"/>
          <ac:spMkLst>
            <pc:docMk/>
            <pc:sldMk cId="2316551697" sldId="262"/>
            <ac:spMk id="2" creationId="{913C08E7-38D1-B972-A95A-57D5642FF37F}"/>
          </ac:spMkLst>
        </pc:spChg>
        <pc:spChg chg="mod">
          <ac:chgData name="Bosch, L.F.M. ten (Louis)" userId="f90aafc9-cae9-4cd6-a4c5-ca4a52c34b90" providerId="ADAL" clId="{55A667DC-6633-4BC6-8059-989FDAB0F1A5}" dt="2025-09-15T07:46:43.601" v="1124" actId="27636"/>
          <ac:spMkLst>
            <pc:docMk/>
            <pc:sldMk cId="2316551697" sldId="262"/>
            <ac:spMk id="3" creationId="{1E0F01C8-73F0-AFC9-F122-2236891E37A7}"/>
          </ac:spMkLst>
        </pc:spChg>
      </pc:sldChg>
      <pc:sldChg chg="modSp new mod">
        <pc:chgData name="Bosch, L.F.M. ten (Louis)" userId="f90aafc9-cae9-4cd6-a4c5-ca4a52c34b90" providerId="ADAL" clId="{55A667DC-6633-4BC6-8059-989FDAB0F1A5}" dt="2025-09-15T12:06:42.699" v="1657" actId="13926"/>
        <pc:sldMkLst>
          <pc:docMk/>
          <pc:sldMk cId="1248266387" sldId="263"/>
        </pc:sldMkLst>
        <pc:spChg chg="mod">
          <ac:chgData name="Bosch, L.F.M. ten (Louis)" userId="f90aafc9-cae9-4cd6-a4c5-ca4a52c34b90" providerId="ADAL" clId="{55A667DC-6633-4BC6-8059-989FDAB0F1A5}" dt="2025-09-15T07:11:33.332" v="297" actId="20577"/>
          <ac:spMkLst>
            <pc:docMk/>
            <pc:sldMk cId="1248266387" sldId="263"/>
            <ac:spMk id="2" creationId="{29270CE7-FB45-12F6-4564-F3070B4E5392}"/>
          </ac:spMkLst>
        </pc:spChg>
        <pc:spChg chg="mod">
          <ac:chgData name="Bosch, L.F.M. ten (Louis)" userId="f90aafc9-cae9-4cd6-a4c5-ca4a52c34b90" providerId="ADAL" clId="{55A667DC-6633-4BC6-8059-989FDAB0F1A5}" dt="2025-09-15T12:06:42.699" v="1657" actId="13926"/>
          <ac:spMkLst>
            <pc:docMk/>
            <pc:sldMk cId="1248266387" sldId="263"/>
            <ac:spMk id="3" creationId="{AC89BF7E-0643-9CBD-3FC8-DAFD6A0D8239}"/>
          </ac:spMkLst>
        </pc:spChg>
      </pc:sldChg>
      <pc:sldChg chg="modSp new mod ord">
        <pc:chgData name="Bosch, L.F.M. ten (Louis)" userId="f90aafc9-cae9-4cd6-a4c5-ca4a52c34b90" providerId="ADAL" clId="{55A667DC-6633-4BC6-8059-989FDAB0F1A5}" dt="2025-09-15T12:02:19.032" v="1556" actId="20577"/>
        <pc:sldMkLst>
          <pc:docMk/>
          <pc:sldMk cId="754725007" sldId="264"/>
        </pc:sldMkLst>
        <pc:spChg chg="mod">
          <ac:chgData name="Bosch, L.F.M. ten (Louis)" userId="f90aafc9-cae9-4cd6-a4c5-ca4a52c34b90" providerId="ADAL" clId="{55A667DC-6633-4BC6-8059-989FDAB0F1A5}" dt="2025-09-15T12:01:21.045" v="1532" actId="20577"/>
          <ac:spMkLst>
            <pc:docMk/>
            <pc:sldMk cId="754725007" sldId="264"/>
            <ac:spMk id="2" creationId="{F770B6F2-FDBF-9D1E-2994-144E55FB1D9A}"/>
          </ac:spMkLst>
        </pc:spChg>
        <pc:spChg chg="mod">
          <ac:chgData name="Bosch, L.F.M. ten (Louis)" userId="f90aafc9-cae9-4cd6-a4c5-ca4a52c34b90" providerId="ADAL" clId="{55A667DC-6633-4BC6-8059-989FDAB0F1A5}" dt="2025-09-15T12:02:19.032" v="1556" actId="20577"/>
          <ac:spMkLst>
            <pc:docMk/>
            <pc:sldMk cId="754725007" sldId="264"/>
            <ac:spMk id="3" creationId="{934DD91D-0A95-F001-936D-E9DB61BB4F66}"/>
          </ac:spMkLst>
        </pc:spChg>
      </pc:sldChg>
      <pc:sldChg chg="modSp new mod ord">
        <pc:chgData name="Bosch, L.F.M. ten (Louis)" userId="f90aafc9-cae9-4cd6-a4c5-ca4a52c34b90" providerId="ADAL" clId="{55A667DC-6633-4BC6-8059-989FDAB0F1A5}" dt="2025-09-15T12:02:40.681" v="1557" actId="13926"/>
        <pc:sldMkLst>
          <pc:docMk/>
          <pc:sldMk cId="3417410806" sldId="265"/>
        </pc:sldMkLst>
        <pc:spChg chg="mod">
          <ac:chgData name="Bosch, L.F.M. ten (Louis)" userId="f90aafc9-cae9-4cd6-a4c5-ca4a52c34b90" providerId="ADAL" clId="{55A667DC-6633-4BC6-8059-989FDAB0F1A5}" dt="2025-09-15T07:45:04.912" v="1064" actId="20577"/>
          <ac:spMkLst>
            <pc:docMk/>
            <pc:sldMk cId="3417410806" sldId="265"/>
            <ac:spMk id="2" creationId="{86A3B5DE-7EBB-7FC0-024A-99173280C29C}"/>
          </ac:spMkLst>
        </pc:spChg>
        <pc:spChg chg="mod">
          <ac:chgData name="Bosch, L.F.M. ten (Louis)" userId="f90aafc9-cae9-4cd6-a4c5-ca4a52c34b90" providerId="ADAL" clId="{55A667DC-6633-4BC6-8059-989FDAB0F1A5}" dt="2025-09-15T12:02:40.681" v="1557" actId="13926"/>
          <ac:spMkLst>
            <pc:docMk/>
            <pc:sldMk cId="3417410806" sldId="265"/>
            <ac:spMk id="3" creationId="{91A38488-59F8-1F3D-E626-8E7DD7ABC1A2}"/>
          </ac:spMkLst>
        </pc:spChg>
      </pc:sldChg>
      <pc:sldChg chg="addSp new mod ord">
        <pc:chgData name="Bosch, L.F.M. ten (Louis)" userId="f90aafc9-cae9-4cd6-a4c5-ca4a52c34b90" providerId="ADAL" clId="{55A667DC-6633-4BC6-8059-989FDAB0F1A5}" dt="2025-09-15T08:01:33.361" v="1339"/>
        <pc:sldMkLst>
          <pc:docMk/>
          <pc:sldMk cId="4071211949" sldId="266"/>
        </pc:sldMkLst>
        <pc:picChg chg="add">
          <ac:chgData name="Bosch, L.F.M. ten (Louis)" userId="f90aafc9-cae9-4cd6-a4c5-ca4a52c34b90" providerId="ADAL" clId="{55A667DC-6633-4BC6-8059-989FDAB0F1A5}" dt="2025-09-15T07:57:05.046" v="1213" actId="22"/>
          <ac:picMkLst>
            <pc:docMk/>
            <pc:sldMk cId="4071211949" sldId="266"/>
            <ac:picMk id="3" creationId="{37D09B3A-1EB0-5D8E-5FDD-A83A04BC2905}"/>
          </ac:picMkLst>
        </pc:picChg>
      </pc:sldChg>
      <pc:sldChg chg="addSp modSp new mod ord">
        <pc:chgData name="Bosch, L.F.M. ten (Louis)" userId="f90aafc9-cae9-4cd6-a4c5-ca4a52c34b90" providerId="ADAL" clId="{55A667DC-6633-4BC6-8059-989FDAB0F1A5}" dt="2025-09-15T12:05:57.922" v="1637" actId="113"/>
        <pc:sldMkLst>
          <pc:docMk/>
          <pc:sldMk cId="4258692658" sldId="267"/>
        </pc:sldMkLst>
        <pc:spChg chg="add mod">
          <ac:chgData name="Bosch, L.F.M. ten (Louis)" userId="f90aafc9-cae9-4cd6-a4c5-ca4a52c34b90" providerId="ADAL" clId="{55A667DC-6633-4BC6-8059-989FDAB0F1A5}" dt="2025-09-15T12:05:57.922" v="1637" actId="113"/>
          <ac:spMkLst>
            <pc:docMk/>
            <pc:sldMk cId="4258692658" sldId="267"/>
            <ac:spMk id="2" creationId="{7090DCDD-61CF-47D6-EC2A-7F2E2C322584}"/>
          </ac:spMkLst>
        </pc:spChg>
        <pc:spChg chg="add mod">
          <ac:chgData name="Bosch, L.F.M. ten (Louis)" userId="f90aafc9-cae9-4cd6-a4c5-ca4a52c34b90" providerId="ADAL" clId="{55A667DC-6633-4BC6-8059-989FDAB0F1A5}" dt="2025-09-15T12:05:27.060" v="1593" actId="1035"/>
          <ac:spMkLst>
            <pc:docMk/>
            <pc:sldMk cId="4258692658" sldId="267"/>
            <ac:spMk id="4" creationId="{F891A7F1-2C2F-8A51-5EED-5A537D70394D}"/>
          </ac:spMkLst>
        </pc:spChg>
        <pc:spChg chg="add mod">
          <ac:chgData name="Bosch, L.F.M. ten (Louis)" userId="f90aafc9-cae9-4cd6-a4c5-ca4a52c34b90" providerId="ADAL" clId="{55A667DC-6633-4BC6-8059-989FDAB0F1A5}" dt="2025-09-15T12:05:27.060" v="1593" actId="1035"/>
          <ac:spMkLst>
            <pc:docMk/>
            <pc:sldMk cId="4258692658" sldId="267"/>
            <ac:spMk id="5" creationId="{FA540337-2EE6-D4C6-8E8B-8EB8CA595410}"/>
          </ac:spMkLst>
        </pc:spChg>
        <pc:picChg chg="add mod">
          <ac:chgData name="Bosch, L.F.M. ten (Louis)" userId="f90aafc9-cae9-4cd6-a4c5-ca4a52c34b90" providerId="ADAL" clId="{55A667DC-6633-4BC6-8059-989FDAB0F1A5}" dt="2025-09-15T12:05:27.060" v="1593" actId="1035"/>
          <ac:picMkLst>
            <pc:docMk/>
            <pc:sldMk cId="4258692658" sldId="267"/>
            <ac:picMk id="3" creationId="{97F45C3C-C0F0-EB80-6D58-01BC28A2A754}"/>
          </ac:picMkLst>
        </pc:picChg>
      </pc:sldChg>
      <pc:sldChg chg="addSp new mod">
        <pc:chgData name="Bosch, L.F.M. ten (Louis)" userId="f90aafc9-cae9-4cd6-a4c5-ca4a52c34b90" providerId="ADAL" clId="{55A667DC-6633-4BC6-8059-989FDAB0F1A5}" dt="2025-09-15T08:06:35.772" v="1454" actId="22"/>
        <pc:sldMkLst>
          <pc:docMk/>
          <pc:sldMk cId="1201151547" sldId="268"/>
        </pc:sldMkLst>
        <pc:picChg chg="add">
          <ac:chgData name="Bosch, L.F.M. ten (Louis)" userId="f90aafc9-cae9-4cd6-a4c5-ca4a52c34b90" providerId="ADAL" clId="{55A667DC-6633-4BC6-8059-989FDAB0F1A5}" dt="2025-09-15T08:06:35.772" v="1454" actId="22"/>
          <ac:picMkLst>
            <pc:docMk/>
            <pc:sldMk cId="1201151547" sldId="268"/>
            <ac:picMk id="3" creationId="{E7DDBAD0-9587-B44D-BB45-4730970473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55293-2BE2-B72D-D73C-1FB450F5F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65348A-37B0-9BD6-DC49-489D744D2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4B1D-2069-733C-1F50-56620E0C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FF69B-01CE-B3BE-AB55-D4DA2364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DA9F-3D67-024D-1766-199B08CCE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409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0AB32-0619-BDAA-2142-BA7F2FDA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87533-B988-5D6D-1AD2-85462147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09C48-D16E-999C-67B4-5A467B30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F7238-D3D6-920F-7279-2B2C558A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435A6-6CD6-8B22-2C7E-4B745D55B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3478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E563-D2DD-B951-DC74-5DE5D332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45E54-4427-B875-3FAD-57F27BD67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AAF2E-993B-47EE-3F47-F6E7B03B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4A1FA-6307-2994-5F4E-1A6D59E3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7BA6-CF62-F125-E1A7-08FFE0A01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983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1150F-2F69-4414-36F5-218156149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8037-F98E-EBC5-9B42-656A226338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0CEAB-49AA-1F6C-12B2-86464F22E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AAF02C-CE09-11B9-EFB0-ED33E5700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5115-F731-D7A2-66F7-3BA9F478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4C48B-27B2-05CD-C41B-CBB81FC9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065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D612-A896-F797-7AB4-EEA089B8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5F570-99EF-30D4-E4AD-64524C2FE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3C213-A823-FAE3-9462-1C0B02DCC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EDBAFD-0AA8-3AD0-0C36-69B5D2338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E6AE5-8B45-D853-6CC1-EEE7CB06C7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0FB72-9A7E-38E7-89C8-36C6CF8A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E71E4E-AAA6-3E42-06C4-2F5E8C62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97E726-D362-9D3F-4432-374909D54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630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C06B-BA10-5A26-8DE5-D3873642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D30FEB-984D-E456-B525-4B479CEB0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689BF9-0086-C06D-39AD-2F17F76C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0054BC-2436-4658-47E9-D9A27F260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4545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F32CA7-04F2-B2A6-76F7-B642A00D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FEDAE-0B65-709B-9655-6CC32AA35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3B49C-F7BE-903F-59BB-51CA4DFC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800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C348-176B-1F95-958E-ACB328A1F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756E5-A4FC-D267-6A61-B2DBBB8E9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E59F9-619C-3EE3-8F67-C4548F6D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66A25-A977-2584-B209-4A10B501E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4E84D-F608-7032-24B7-EFE6B46C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1E05B-9583-6784-4053-EF34FCC64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817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A380-BD19-135B-793B-9F019FCF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80A438-7B23-DD8E-E3FC-405987C31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3B6200-592C-5BB6-18CD-1C5734B69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AA681-FAC8-900F-0630-DA60B7D5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B0A41-16A1-FFA2-3D4B-8CB628859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27330-F0C0-7419-8AF4-CC901E1F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533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8252-5A0F-AF5D-6D5B-698E4829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AB0A0C-1105-5577-E4CC-9E5BDB056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8F76-0932-5616-D824-DB26C801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5C96-FEA1-D8BC-4170-26C799B7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82102-F3FF-3ED5-1137-6E64DB2C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2743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357735-6B9D-A2C5-6266-408E731D8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A3698-BC87-BD1A-E9A6-32E629601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42A74-A550-0C96-591B-B4F22F2D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0C6C-D281-15F4-7784-54A8D1AD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91B84-F47C-4C28-5953-951B59B9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092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71C584-2DA9-EFFF-631B-8C96567D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E01A-8975-9F61-8313-3B46E24CD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77CA1-82AF-4195-4ABB-732E86FD6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2B63F-2F70-48F6-A73F-345BC16C0513}" type="datetimeFigureOut">
              <a:rPr lang="en-NL" smtClean="0"/>
              <a:t>07/10/2025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F65D2-EF3C-B348-EFE2-32418363E3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09F0-DC51-93DE-B16A-5FCE7FFE3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2C11-6134-4B73-9D76-2D380AE8416F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197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2C7D2-E3D7-AD94-76EF-E5F10A11F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9777"/>
            <a:ext cx="9144000" cy="2387600"/>
          </a:xfrm>
        </p:spPr>
        <p:txBody>
          <a:bodyPr>
            <a:noAutofit/>
          </a:bodyPr>
          <a:lstStyle/>
          <a:p>
            <a:pPr algn="l"/>
            <a:r>
              <a:rPr lang="en-GB" sz="4000" dirty="0"/>
              <a:t>Verdini et al. (2025).  How to Connect Speech Foundation Models and Large Language Models? What Matters and What Does Not. </a:t>
            </a:r>
            <a:r>
              <a:rPr lang="en-GB" sz="4000" i="1" dirty="0" err="1"/>
              <a:t>Interspeech</a:t>
            </a:r>
            <a:r>
              <a:rPr lang="en-GB" sz="4000" i="1" dirty="0"/>
              <a:t> 2025</a:t>
            </a:r>
            <a:endParaRPr lang="en-NL" sz="4000" i="1" dirty="0"/>
          </a:p>
        </p:txBody>
      </p:sp>
    </p:spTree>
    <p:extLst>
      <p:ext uri="{BB962C8B-B14F-4D97-AF65-F5344CB8AC3E}">
        <p14:creationId xmlns:p14="http://schemas.microsoft.com/office/powerpoint/2010/main" val="71655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27D20F-EA6E-7AB9-80C1-91601D299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95" y="0"/>
            <a:ext cx="11263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4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15848-5F79-8168-20E2-C4E242C42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46" y="1048798"/>
            <a:ext cx="8459381" cy="5611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68C35B-D000-2ABF-6E33-D80811142E5C}"/>
              </a:ext>
            </a:extLst>
          </p:cNvPr>
          <p:cNvSpPr txBox="1"/>
          <p:nvPr/>
        </p:nvSpPr>
        <p:spPr>
          <a:xfrm>
            <a:off x="2828260" y="402467"/>
            <a:ext cx="4775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Arial" panose="020B0604020202020204" pitchFamily="34" charset="0"/>
                <a:cs typeface="Arial" panose="020B0604020202020204" pitchFamily="34" charset="0"/>
              </a:rPr>
              <a:t>Whisper architecture</a:t>
            </a:r>
            <a:endParaRPr lang="en-NL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24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4CEAD-0B71-F50D-FDDE-72CDB1737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758" y="1609471"/>
            <a:ext cx="7943873" cy="4442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0E8CC0-E45E-1C75-FC72-801B989AE77A}"/>
              </a:ext>
            </a:extLst>
          </p:cNvPr>
          <p:cNvSpPr txBox="1"/>
          <p:nvPr/>
        </p:nvSpPr>
        <p:spPr>
          <a:xfrm>
            <a:off x="1127220" y="622595"/>
            <a:ext cx="78293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latin typeface="Arial" panose="020B0604020202020204" pitchFamily="34" charset="0"/>
                <a:cs typeface="Arial" panose="020B0604020202020204" pitchFamily="34" charset="0"/>
              </a:rPr>
              <a:t>GELU (Gaussian error linear unit)</a:t>
            </a:r>
            <a:endParaRPr lang="en-NL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378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C56321-E6C6-E6E5-6CDB-ECE6CF0D5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04" y="385337"/>
            <a:ext cx="8716591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96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C08E7-38D1-B972-A95A-57D5642FF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Verdini et al. (2025). How to Connect Speech Foundation Models and Large Language Models?</a:t>
            </a:r>
            <a:endParaRPr lang="en-NL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01C8-73F0-AFC9-F122-2236891E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[…] In speech-to-text (S2T) tasks, the emerging solution consists of </a:t>
            </a:r>
            <a:r>
              <a:rPr lang="en-GB" dirty="0">
                <a:highlight>
                  <a:srgbClr val="FFFF00"/>
                </a:highlight>
              </a:rPr>
              <a:t>projecting the output of the encoder of a Speech Foundational Model (SFM) into the LLM embedding space through an adapter module</a:t>
            </a:r>
            <a:r>
              <a:rPr lang="en-GB" dirty="0"/>
              <a:t>.</a:t>
            </a:r>
          </a:p>
          <a:p>
            <a:r>
              <a:rPr lang="en-GB" dirty="0"/>
              <a:t> However, no work has yet investigated how much the downstream-task performance depends on each component (SFM, adapter, LLM) nor whether the best design of the adapter depends on the chosen SFM and LLM. </a:t>
            </a:r>
          </a:p>
          <a:p>
            <a:r>
              <a:rPr lang="en-GB" dirty="0"/>
              <a:t>To fill this gap, </a:t>
            </a:r>
            <a:r>
              <a:rPr lang="en-GB" dirty="0">
                <a:highlight>
                  <a:srgbClr val="FFFF00"/>
                </a:highlight>
              </a:rPr>
              <a:t>we evaluate the combination of 5 adapter modules, 2 LLMs (Mistral and Llama), and 2 SFMs (Whisper and SeamlessM4T) on two widespread S2T tasks, namely Automatic Speech Recognition and Speech Translation.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1655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0B6F2-FDBF-9D1E-2994-144E55FB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Focus on the “adapter”. How they argue: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D91D-0A95-F001-936D-E9DB61BB4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Many architectural solutions have been proposed for the adapter</a:t>
            </a:r>
          </a:p>
          <a:p>
            <a:pPr lvl="1"/>
            <a:r>
              <a:rPr lang="en-GB" dirty="0"/>
              <a:t>often employed to both reduce the LLM computational costs and the </a:t>
            </a:r>
            <a:r>
              <a:rPr lang="en-GB" dirty="0">
                <a:highlight>
                  <a:srgbClr val="FFFF00"/>
                </a:highlight>
              </a:rPr>
              <a:t>modality mismatch </a:t>
            </a:r>
            <a:r>
              <a:rPr lang="en-GB" dirty="0"/>
              <a:t>with the textual sequences.</a:t>
            </a:r>
          </a:p>
          <a:p>
            <a:r>
              <a:rPr lang="en-GB" dirty="0"/>
              <a:t>These methods span from </a:t>
            </a:r>
            <a:r>
              <a:rPr lang="en-GB" dirty="0">
                <a:highlight>
                  <a:srgbClr val="FFFF00"/>
                </a:highlight>
              </a:rPr>
              <a:t>fixed</a:t>
            </a:r>
            <a:r>
              <a:rPr lang="en-GB" dirty="0"/>
              <a:t> </a:t>
            </a:r>
            <a:r>
              <a:rPr lang="en-GB" dirty="0" err="1"/>
              <a:t>downsampling</a:t>
            </a:r>
            <a:r>
              <a:rPr lang="en-GB" dirty="0"/>
              <a:t>, obtained either with a stack of </a:t>
            </a:r>
            <a:r>
              <a:rPr lang="en-GB" dirty="0" err="1"/>
              <a:t>strided</a:t>
            </a:r>
            <a:r>
              <a:rPr lang="en-GB" dirty="0"/>
              <a:t> convolutions [9] or with window-level Q-Former [3], to modules with </a:t>
            </a:r>
            <a:r>
              <a:rPr lang="en-GB" dirty="0">
                <a:highlight>
                  <a:srgbClr val="FFFF00"/>
                </a:highlight>
              </a:rPr>
              <a:t>variable</a:t>
            </a:r>
            <a:r>
              <a:rPr lang="en-GB" dirty="0"/>
              <a:t> compression rates that reduce the input sequence based on its semantic content, such as Continuous Integrate-and-Fire (CIF) [10] and CTC compression [11]. </a:t>
            </a:r>
          </a:p>
          <a:p>
            <a:r>
              <a:rPr lang="en-GB" dirty="0"/>
              <a:t>Nonetheless, a comprehensive study on the adapter choice is missing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5472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5DE-7EBB-7FC0-024A-99173280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38488-59F8-1F3D-E626-8E7DD7ABC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explore</a:t>
            </a:r>
            <a:r>
              <a:rPr lang="en-GB" dirty="0"/>
              <a:t> impact on ASR and ST performance via systematic comparison of 20 different combinations: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5 adapters (proposed in the literature)</a:t>
            </a:r>
          </a:p>
          <a:p>
            <a:r>
              <a:rPr lang="en-GB" dirty="0"/>
              <a:t>2 SFMs (Whisper-large-v3 [13]  for ASR </a:t>
            </a:r>
          </a:p>
          <a:p>
            <a:pPr lvl="1"/>
            <a:r>
              <a:rPr lang="en-GB" dirty="0"/>
              <a:t>and SeamlessM4T v2-large[14] for ST</a:t>
            </a:r>
          </a:p>
          <a:p>
            <a:r>
              <a:rPr lang="en-GB" dirty="0"/>
              <a:t>2 LLMs (Llama [1] and Mistral [15])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741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D09B3A-1EB0-5D8E-5FDD-A83A04BC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919077"/>
            <a:ext cx="12174649" cy="30198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379F66-CD9F-C3BA-2760-F9992251FCA0}"/>
              </a:ext>
            </a:extLst>
          </p:cNvPr>
          <p:cNvSpPr txBox="1"/>
          <p:nvPr/>
        </p:nvSpPr>
        <p:spPr>
          <a:xfrm>
            <a:off x="5316279" y="5231219"/>
            <a:ext cx="60648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CIF = continuous integrate-and-fire</a:t>
            </a:r>
          </a:p>
          <a:p>
            <a:r>
              <a:rPr lang="en-GB" dirty="0"/>
              <a:t>CTC = connectionist temporal classification</a:t>
            </a:r>
          </a:p>
          <a:p>
            <a:r>
              <a:rPr lang="en-GB" dirty="0"/>
              <a:t>WL = window length</a:t>
            </a:r>
          </a:p>
          <a:p>
            <a:r>
              <a:rPr lang="en-GB" dirty="0"/>
              <a:t>Q-former =  transformer-based NN  for cross-modal learning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07121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F45C3C-C0F0-EB80-6D58-01BC28A2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03" y="1155648"/>
            <a:ext cx="7253688" cy="43403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1A7F1-2C2F-8A51-5EED-5A537D70394D}"/>
              </a:ext>
            </a:extLst>
          </p:cNvPr>
          <p:cNvSpPr txBox="1"/>
          <p:nvPr/>
        </p:nvSpPr>
        <p:spPr>
          <a:xfrm>
            <a:off x="9016409" y="4338079"/>
            <a:ext cx="2955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Product is 50 (20ms frames)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40337-2EE6-D4C6-8E8B-8EB8CA595410}"/>
              </a:ext>
            </a:extLst>
          </p:cNvPr>
          <p:cNvSpPr txBox="1"/>
          <p:nvPr/>
        </p:nvSpPr>
        <p:spPr>
          <a:xfrm>
            <a:off x="9009319" y="2565986"/>
            <a:ext cx="269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Product is 6.25 (1/16 sec)</a:t>
            </a:r>
            <a:endParaRPr lang="en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90DCDD-61CF-47D6-EC2A-7F2E2C322584}"/>
              </a:ext>
            </a:extLst>
          </p:cNvPr>
          <p:cNvSpPr txBox="1"/>
          <p:nvPr/>
        </p:nvSpPr>
        <p:spPr>
          <a:xfrm>
            <a:off x="2796363" y="6166884"/>
            <a:ext cx="436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Many other technical details (see paper)</a:t>
            </a:r>
            <a:endParaRPr lang="en-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692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DDBAD0-9587-B44D-BB45-473097047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847364"/>
            <a:ext cx="8859486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5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0CE7-FB45-12F6-4564-F3070B4E5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BF7E-0643-9CBD-3FC8-DAFD6A0D8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experiments covering two tasks (ASR and ST) and 5 languages</a:t>
            </a:r>
          </a:p>
          <a:p>
            <a:r>
              <a:rPr lang="en-GB" dirty="0"/>
              <a:t>results demonstrate that the </a:t>
            </a:r>
            <a:r>
              <a:rPr lang="en-GB" dirty="0">
                <a:highlight>
                  <a:srgbClr val="FFFF00"/>
                </a:highlight>
              </a:rPr>
              <a:t>choice of the SFM is the most critical </a:t>
            </a:r>
            <a:r>
              <a:rPr lang="en-GB" dirty="0"/>
              <a:t>factor influencing downstream performance</a:t>
            </a:r>
          </a:p>
          <a:p>
            <a:r>
              <a:rPr lang="en-GB" dirty="0"/>
              <a:t>there is no one-size-fits-all solution for the adapter</a:t>
            </a:r>
          </a:p>
          <a:p>
            <a:pPr lvl="1"/>
            <a:r>
              <a:rPr lang="en-GB" dirty="0"/>
              <a:t> the optimal choice varies depending on the specific combination of SFM and LLM. </a:t>
            </a:r>
          </a:p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Base </a:t>
            </a:r>
            <a:r>
              <a:rPr lang="en-GB" dirty="0"/>
              <a:t>and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>
                <a:highlight>
                  <a:srgbClr val="FFFF00"/>
                </a:highlight>
              </a:rPr>
              <a:t>WLQformer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/>
              <a:t>adapters, which feature very different compression factors, demonstrate strong performance across tasks</a:t>
            </a:r>
          </a:p>
          <a:p>
            <a:pPr lvl="1"/>
            <a:r>
              <a:rPr lang="en-GB" dirty="0"/>
              <a:t>suggesting that reducing sequence length mismatch between speech and text is less crucial than previously assumed.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48266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EC9BC-C996-2DB1-C328-11AE5068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35224B2-BD7B-1539-8A5B-4314A264A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27" y="1889542"/>
            <a:ext cx="876300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2000" b="1" dirty="0">
                <a:latin typeface="Arial" panose="020B0604020202020204" pitchFamily="34" charset="0"/>
              </a:rPr>
              <a:t>Problem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NL" sz="2000" dirty="0">
                <a:latin typeface="Arial" panose="020B0604020202020204" pitchFamily="34" charset="0"/>
              </a:rPr>
              <a:t>Alignment between </a:t>
            </a:r>
            <a:r>
              <a:rPr lang="en-GB" altLang="en-NL" sz="2000" dirty="0" err="1">
                <a:latin typeface="Arial" panose="020B0604020202020204" pitchFamily="34" charset="0"/>
              </a:rPr>
              <a:t>sp</a:t>
            </a:r>
            <a:r>
              <a:rPr lang="en-NL" altLang="en-NL" sz="2000" dirty="0" err="1">
                <a:latin typeface="Arial" panose="020B0604020202020204" pitchFamily="34" charset="0"/>
              </a:rPr>
              <a:t>eech</a:t>
            </a:r>
            <a:r>
              <a:rPr lang="en-NL" altLang="en-NL" sz="2000" dirty="0">
                <a:latin typeface="Arial" panose="020B0604020202020204" pitchFamily="34" charset="0"/>
              </a:rPr>
              <a:t> </a:t>
            </a:r>
            <a:r>
              <a:rPr lang="en-GB" altLang="en-NL" sz="2000" dirty="0">
                <a:latin typeface="Arial" panose="020B0604020202020204" pitchFamily="34" charset="0"/>
              </a:rPr>
              <a:t>(</a:t>
            </a:r>
            <a:r>
              <a:rPr lang="en-NL" altLang="en-NL" sz="2000" dirty="0">
                <a:latin typeface="Arial" panose="020B0604020202020204" pitchFamily="34" charset="0"/>
              </a:rPr>
              <a:t>a </a:t>
            </a:r>
            <a:r>
              <a:rPr lang="en-NL" altLang="en-NL" sz="2000" b="1" dirty="0">
                <a:latin typeface="Arial" panose="020B0604020202020204" pitchFamily="34" charset="0"/>
              </a:rPr>
              <a:t>continuous-time sequence</a:t>
            </a:r>
            <a:r>
              <a:rPr lang="en-NL" altLang="en-NL" sz="2000" dirty="0">
                <a:latin typeface="Arial" panose="020B0604020202020204" pitchFamily="34" charset="0"/>
              </a:rPr>
              <a:t> with many acoustic frames</a:t>
            </a:r>
            <a:r>
              <a:rPr lang="en-GB" altLang="en-NL" sz="2000" dirty="0">
                <a:latin typeface="Arial" panose="020B0604020202020204" pitchFamily="34" charset="0"/>
              </a:rPr>
              <a:t>, </a:t>
            </a:r>
            <a:r>
              <a:rPr lang="en-NL" altLang="en-NL" sz="2000" dirty="0">
                <a:latin typeface="Arial" panose="020B0604020202020204" pitchFamily="34" charset="0"/>
              </a:rPr>
              <a:t>like 100 frames per second)</a:t>
            </a:r>
            <a:r>
              <a:rPr lang="en-GB" altLang="en-NL" sz="2000" dirty="0">
                <a:latin typeface="Arial" panose="020B0604020202020204" pitchFamily="34" charset="0"/>
              </a:rPr>
              <a:t> with </a:t>
            </a:r>
            <a:r>
              <a:rPr lang="en-NL" altLang="en-NL" sz="2000" dirty="0">
                <a:latin typeface="Arial" panose="020B0604020202020204" pitchFamily="34" charset="0"/>
              </a:rPr>
              <a:t>text </a:t>
            </a:r>
            <a:r>
              <a:rPr lang="en-GB" altLang="en-NL" sz="2000" dirty="0">
                <a:latin typeface="Arial" panose="020B0604020202020204" pitchFamily="34" charset="0"/>
              </a:rPr>
              <a:t>(</a:t>
            </a:r>
            <a:r>
              <a:rPr lang="en-NL" altLang="en-NL" sz="2000" b="1" dirty="0">
                <a:latin typeface="Arial" panose="020B0604020202020204" pitchFamily="34" charset="0"/>
              </a:rPr>
              <a:t>discrete sequence</a:t>
            </a:r>
            <a:r>
              <a:rPr lang="en-GB" altLang="en-NL" sz="2000" dirty="0">
                <a:latin typeface="Arial" panose="020B0604020202020204" pitchFamily="34" charset="0"/>
              </a:rPr>
              <a:t>).</a:t>
            </a:r>
            <a:endParaRPr lang="en-NL" altLang="en-NL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NL" sz="2000" b="1" dirty="0">
                <a:latin typeface="Arial" panose="020B0604020202020204" pitchFamily="34" charset="0"/>
              </a:rPr>
              <a:t>CIF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neuroscience-inspired</a:t>
            </a:r>
            <a:endParaRPr lang="en-GB" altLang="en-NL" sz="20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GB" altLang="en-NL" sz="2000" dirty="0">
                <a:latin typeface="Arial" panose="020B0604020202020204" pitchFamily="34" charset="0"/>
              </a:rPr>
              <a:t>is an </a:t>
            </a:r>
            <a:r>
              <a:rPr kumimoji="0" lang="en-NL" altLang="en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 method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altLang="en-NL" sz="2000" dirty="0">
                <a:latin typeface="Arial" panose="020B0604020202020204" pitchFamily="34" charset="0"/>
              </a:rPr>
              <a:t>for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bridging speech encoders with text decoders</a:t>
            </a:r>
            <a:r>
              <a:rPr lang="en-GB" altLang="en-NL" sz="2000" dirty="0">
                <a:latin typeface="Arial" panose="020B0604020202020204" pitchFamily="34" charset="0"/>
              </a:rPr>
              <a:t> 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like when combining a speech foundation model with a large language model</a:t>
            </a:r>
            <a:r>
              <a:rPr lang="en-GB" altLang="en-NL" sz="2000" dirty="0">
                <a:latin typeface="Arial" panose="020B0604020202020204" pitchFamily="34" charset="0"/>
              </a:rPr>
              <a:t>. O</a:t>
            </a:r>
            <a:r>
              <a:rPr lang="en-NL" altLang="en-NL" sz="2000" dirty="0" err="1">
                <a:latin typeface="Arial" panose="020B0604020202020204" pitchFamily="34" charset="0"/>
              </a:rPr>
              <a:t>nce</a:t>
            </a:r>
            <a:r>
              <a:rPr lang="en-NL" altLang="en-NL" sz="2000" dirty="0">
                <a:latin typeface="Arial" panose="020B0604020202020204" pitchFamily="34" charset="0"/>
              </a:rPr>
              <a:t> you have token-level embeddings via CIF, you can feed them directly into a large language model</a:t>
            </a:r>
            <a:r>
              <a:rPr lang="en-NL" altLang="en-NL" sz="2000" dirty="0">
                <a:highlight>
                  <a:srgbClr val="FFFF00"/>
                </a:highlight>
                <a:latin typeface="Arial" panose="020B0604020202020204" pitchFamily="34" charset="0"/>
              </a:rPr>
              <a:t> as if they were text embeddings</a:t>
            </a:r>
            <a:r>
              <a:rPr lang="en-NL" altLang="en-NL" sz="2000" dirty="0">
                <a:latin typeface="Arial" panose="020B0604020202020204" pitchFamily="34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GB" altLang="en-NL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NL" altLang="en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Alignment without supervision</a:t>
            </a:r>
            <a:r>
              <a:rPr kumimoji="0" lang="en-NL" altLang="en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CIF automatically learns how many tokens to output and where to place them.</a:t>
            </a:r>
            <a:endParaRPr kumimoji="0" lang="en-GB" altLang="en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0230E-1733-B985-3BD0-344D2446B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NL" altLang="en-NL" dirty="0">
                <a:latin typeface="Arial" panose="020B0604020202020204" pitchFamily="34" charset="0"/>
                <a:cs typeface="Arial" panose="020B0604020202020204" pitchFamily="34" charset="0"/>
              </a:rPr>
              <a:t>Continuous Integrate-and-Fire </a:t>
            </a:r>
            <a:r>
              <a:rPr lang="en-GB" altLang="en-NL" dirty="0">
                <a:latin typeface="Arial" panose="020B0604020202020204" pitchFamily="34" charset="0"/>
                <a:cs typeface="Arial" panose="020B0604020202020204" pitchFamily="34" charset="0"/>
              </a:rPr>
              <a:t>(CIF)</a:t>
            </a:r>
            <a:endParaRPr lang="en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67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79803B8E-646B-77A4-E18E-ED3022E7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10" y="1374653"/>
            <a:ext cx="10614862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Continuous Integrate-and-Fire (CIF)</a:t>
            </a:r>
            <a:endParaRPr kumimoji="0" lang="en-GB" altLang="en-NL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idea is to treat each speech frame embedding as carrying a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an "energy" or "charge").</a:t>
            </a:r>
            <a:endParaRPr kumimoji="0" lang="en-GB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step</a:t>
            </a:r>
            <a:endParaRPr lang="en-GB" altLang="en-NL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each time step t, the model computes a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weight α</a:t>
            </a:r>
            <a:r>
              <a:rPr kumimoji="0" lang="en-NL" altLang="en-NL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(between 0 and 1).</a:t>
            </a:r>
            <a:endParaRPr lang="en-GB" altLang="en-NL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weights accumulate over time</a:t>
            </a:r>
            <a:endParaRPr lang="en-GB" altLang="en-NL" dirty="0"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 step</a:t>
            </a:r>
            <a:endParaRPr lang="en-GB" altLang="en-NL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accumulated sum reaches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1.0 (a threshold)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model "fires.“</a:t>
            </a:r>
            <a:endParaRPr kumimoji="0" lang="en-GB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this point, a weighted average of the hidden states (speech encoder outputs) up to that point is produced as one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vector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GB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output corresponds to a single discrete unit (like one token embedding).</a:t>
            </a:r>
            <a:endParaRPr kumimoji="0" lang="en-GB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 the accumulator is reset (but if it overshoots 1.0, the surplus carries over).</a:t>
            </a:r>
            <a:endParaRPr kumimoji="0" lang="en-GB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</a:t>
            </a:r>
            <a:endParaRPr lang="en-GB" altLang="en-NL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Unlike a hard segmentation, CIF is </a:t>
            </a:r>
            <a:r>
              <a:rPr kumimoji="0" lang="en-NL" altLang="en-N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differentiable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The weights α</a:t>
            </a:r>
            <a:r>
              <a:rPr kumimoji="0" lang="en-NL" altLang="en-NL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NL" altLang="en-N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are predicted by the network and can be trained end-to-end with gradient descent.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L" altLang="en-NL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75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D43BA-7A44-FA39-38A5-0E82B29B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1437997"/>
            <a:ext cx="7497221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Widescreen</PresentationFormat>
  <Paragraphs>57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Verdini et al. (2025).  How to Connect Speech Foundation Models and Large Language Models? What Matters and What Does Not. Interspeech 2025</vt:lpstr>
      <vt:lpstr>PowerPoint Presentation</vt:lpstr>
      <vt:lpstr>PowerPoint Presentation</vt:lpstr>
      <vt:lpstr>PowerPoint Presentation</vt:lpstr>
      <vt:lpstr>PowerPoint Presentation</vt:lpstr>
      <vt:lpstr>Verdini et al. (2025). How to Connect Speech Foundation Models and Large Language Models?</vt:lpstr>
      <vt:lpstr>Focus on the “adapter”. How they argue:</vt:lpstr>
      <vt:lpstr>Procedure</vt:lpstr>
      <vt:lpstr>PowerPoint Presentation</vt:lpstr>
      <vt:lpstr>PowerPoint Presentation</vt:lpstr>
      <vt:lpstr>PowerPoint Presentation</vt:lpstr>
      <vt:lpstr>Conclusion</vt:lpstr>
      <vt:lpstr>Continuous Integrate-and-Fire (CIF)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Bosch, L.F.M. ten (Louis)</dc:creator>
  <cp:lastModifiedBy>Bosch, L.F.M. ten (Louis)</cp:lastModifiedBy>
  <cp:revision>3</cp:revision>
  <dcterms:created xsi:type="dcterms:W3CDTF">2025-09-14T20:37:55Z</dcterms:created>
  <dcterms:modified xsi:type="dcterms:W3CDTF">2025-10-07T21:15:58Z</dcterms:modified>
</cp:coreProperties>
</file>